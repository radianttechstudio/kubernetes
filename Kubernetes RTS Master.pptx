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2" r:id="rId4"/>
    <p:sldId id="283" r:id="rId5"/>
    <p:sldId id="284" r:id="rId6"/>
    <p:sldId id="281" r:id="rId7"/>
    <p:sldId id="274" r:id="rId8"/>
    <p:sldId id="277" r:id="rId9"/>
    <p:sldId id="278" r:id="rId10"/>
    <p:sldId id="270" r:id="rId11"/>
    <p:sldId id="271" r:id="rId12"/>
    <p:sldId id="272" r:id="rId13"/>
    <p:sldId id="260" r:id="rId14"/>
    <p:sldId id="273" r:id="rId15"/>
    <p:sldId id="275" r:id="rId16"/>
    <p:sldId id="258" r:id="rId17"/>
    <p:sldId id="268" r:id="rId18"/>
    <p:sldId id="269" r:id="rId19"/>
    <p:sldId id="262" r:id="rId20"/>
    <p:sldId id="257" r:id="rId21"/>
    <p:sldId id="263" r:id="rId22"/>
    <p:sldId id="266" r:id="rId23"/>
    <p:sldId id="276" r:id="rId24"/>
    <p:sldId id="267" r:id="rId25"/>
    <p:sldId id="264" r:id="rId26"/>
    <p:sldId id="265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CB8C7C-3515-4815-A869-23B13176C64A}" v="37" dt="2026-03-14T06:33:32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iant Tech Studio" userId="1745af41d63e819f" providerId="LiveId" clId="{33ACE99E-0541-49B5-BE34-C2F11378CD3F}"/>
    <pc:docChg chg="undo custSel addSld delSld modSld sldOrd">
      <pc:chgData name="Radiant Tech Studio" userId="1745af41d63e819f" providerId="LiveId" clId="{33ACE99E-0541-49B5-BE34-C2F11378CD3F}" dt="2026-03-14T06:33:40.260" v="3296" actId="13926"/>
      <pc:docMkLst>
        <pc:docMk/>
      </pc:docMkLst>
      <pc:sldChg chg="addSp delSp modSp mod">
        <pc:chgData name="Radiant Tech Studio" userId="1745af41d63e819f" providerId="LiveId" clId="{33ACE99E-0541-49B5-BE34-C2F11378CD3F}" dt="2026-03-06T11:12:41.891" v="2965" actId="1076"/>
        <pc:sldMkLst>
          <pc:docMk/>
          <pc:sldMk cId="1839406096" sldId="256"/>
        </pc:sldMkLst>
        <pc:spChg chg="add mod ord">
          <ac:chgData name="Radiant Tech Studio" userId="1745af41d63e819f" providerId="LiveId" clId="{33ACE99E-0541-49B5-BE34-C2F11378CD3F}" dt="2026-03-06T11:12:09.358" v="2959" actId="14100"/>
          <ac:spMkLst>
            <pc:docMk/>
            <pc:sldMk cId="1839406096" sldId="256"/>
            <ac:spMk id="17" creationId="{D47989CF-927B-A07D-B0C7-885EE7EDD40B}"/>
          </ac:spMkLst>
        </pc:spChg>
        <pc:picChg chg="add mod">
          <ac:chgData name="Radiant Tech Studio" userId="1745af41d63e819f" providerId="LiveId" clId="{33ACE99E-0541-49B5-BE34-C2F11378CD3F}" dt="2026-03-06T02:05:23.537" v="1448" actId="1076"/>
          <ac:picMkLst>
            <pc:docMk/>
            <pc:sldMk cId="1839406096" sldId="256"/>
            <ac:picMk id="4" creationId="{B637F8F6-F8FF-08C6-43F5-41483A32FBE0}"/>
          </ac:picMkLst>
        </pc:picChg>
        <pc:picChg chg="add mod">
          <ac:chgData name="Radiant Tech Studio" userId="1745af41d63e819f" providerId="LiveId" clId="{33ACE99E-0541-49B5-BE34-C2F11378CD3F}" dt="2026-03-06T11:12:41.891" v="2965" actId="1076"/>
          <ac:picMkLst>
            <pc:docMk/>
            <pc:sldMk cId="1839406096" sldId="256"/>
            <ac:picMk id="8" creationId="{F9A0601A-B09E-3C1D-EFC6-FEDE9DDBA26F}"/>
          </ac:picMkLst>
        </pc:picChg>
        <pc:picChg chg="add mod">
          <ac:chgData name="Radiant Tech Studio" userId="1745af41d63e819f" providerId="LiveId" clId="{33ACE99E-0541-49B5-BE34-C2F11378CD3F}" dt="2026-03-06T11:12:28.753" v="2962" actId="1076"/>
          <ac:picMkLst>
            <pc:docMk/>
            <pc:sldMk cId="1839406096" sldId="256"/>
            <ac:picMk id="9" creationId="{D99A018A-31EF-7DE4-EC7A-D7D972DF891F}"/>
          </ac:picMkLst>
        </pc:picChg>
        <pc:picChg chg="add mod">
          <ac:chgData name="Radiant Tech Studio" userId="1745af41d63e819f" providerId="LiveId" clId="{33ACE99E-0541-49B5-BE34-C2F11378CD3F}" dt="2026-03-06T11:12:36.344" v="2964" actId="1076"/>
          <ac:picMkLst>
            <pc:docMk/>
            <pc:sldMk cId="1839406096" sldId="256"/>
            <ac:picMk id="10" creationId="{C2611D4D-49C8-EF72-FE9C-5FA0E3FD0E93}"/>
          </ac:picMkLst>
        </pc:picChg>
        <pc:picChg chg="add mod">
          <ac:chgData name="Radiant Tech Studio" userId="1745af41d63e819f" providerId="LiveId" clId="{33ACE99E-0541-49B5-BE34-C2F11378CD3F}" dt="2026-03-06T11:12:18.969" v="2960" actId="14100"/>
          <ac:picMkLst>
            <pc:docMk/>
            <pc:sldMk cId="1839406096" sldId="256"/>
            <ac:picMk id="12" creationId="{5EBBABDD-6C07-6F23-8754-75C1AB88C5D0}"/>
          </ac:picMkLst>
        </pc:picChg>
        <pc:picChg chg="add mod">
          <ac:chgData name="Radiant Tech Studio" userId="1745af41d63e819f" providerId="LiveId" clId="{33ACE99E-0541-49B5-BE34-C2F11378CD3F}" dt="2026-03-06T11:12:33.793" v="2963" actId="1076"/>
          <ac:picMkLst>
            <pc:docMk/>
            <pc:sldMk cId="1839406096" sldId="256"/>
            <ac:picMk id="14" creationId="{DFD84239-15C1-2260-64EA-342115CF6BB7}"/>
          </ac:picMkLst>
        </pc:picChg>
        <pc:picChg chg="add mod">
          <ac:chgData name="Radiant Tech Studio" userId="1745af41d63e819f" providerId="LiveId" clId="{33ACE99E-0541-49B5-BE34-C2F11378CD3F}" dt="2026-03-06T11:12:23.130" v="2961" actId="1076"/>
          <ac:picMkLst>
            <pc:docMk/>
            <pc:sldMk cId="1839406096" sldId="256"/>
            <ac:picMk id="18" creationId="{029CC8B3-6BD2-2BFE-209E-D72C6155368F}"/>
          </ac:picMkLst>
        </pc:picChg>
      </pc:sldChg>
      <pc:sldChg chg="modSp mod ord">
        <pc:chgData name="Radiant Tech Studio" userId="1745af41d63e819f" providerId="LiveId" clId="{33ACE99E-0541-49B5-BE34-C2F11378CD3F}" dt="2026-03-05T16:12:00.964" v="1159" actId="20577"/>
        <pc:sldMkLst>
          <pc:docMk/>
          <pc:sldMk cId="2854412214" sldId="258"/>
        </pc:sldMkLst>
        <pc:spChg chg="mod">
          <ac:chgData name="Radiant Tech Studio" userId="1745af41d63e819f" providerId="LiveId" clId="{33ACE99E-0541-49B5-BE34-C2F11378CD3F}" dt="2026-03-05T16:12:00.964" v="1159" actId="20577"/>
          <ac:spMkLst>
            <pc:docMk/>
            <pc:sldMk cId="2854412214" sldId="258"/>
            <ac:spMk id="3" creationId="{6E43FDCB-E2E7-5ABB-8DF2-77675B3D2319}"/>
          </ac:spMkLst>
        </pc:spChg>
      </pc:sldChg>
      <pc:sldChg chg="add ord">
        <pc:chgData name="Radiant Tech Studio" userId="1745af41d63e819f" providerId="LiveId" clId="{33ACE99E-0541-49B5-BE34-C2F11378CD3F}" dt="2026-03-05T16:12:25.299" v="1161"/>
        <pc:sldMkLst>
          <pc:docMk/>
          <pc:sldMk cId="2994971330" sldId="260"/>
        </pc:sldMkLst>
      </pc:sldChg>
      <pc:sldChg chg="modSp mod">
        <pc:chgData name="Radiant Tech Studio" userId="1745af41d63e819f" providerId="LiveId" clId="{33ACE99E-0541-49B5-BE34-C2F11378CD3F}" dt="2026-03-05T14:30:53.793" v="1145" actId="14100"/>
        <pc:sldMkLst>
          <pc:docMk/>
          <pc:sldMk cId="2694470972" sldId="262"/>
        </pc:sldMkLst>
        <pc:picChg chg="mod">
          <ac:chgData name="Radiant Tech Studio" userId="1745af41d63e819f" providerId="LiveId" clId="{33ACE99E-0541-49B5-BE34-C2F11378CD3F}" dt="2026-03-05T14:30:53.793" v="1145" actId="14100"/>
          <ac:picMkLst>
            <pc:docMk/>
            <pc:sldMk cId="2694470972" sldId="262"/>
            <ac:picMk id="4" creationId="{95D124D0-C4A0-7A35-96F4-2459E479EF5B}"/>
          </ac:picMkLst>
        </pc:picChg>
      </pc:sldChg>
      <pc:sldChg chg="addSp delSp modSp mod">
        <pc:chgData name="Radiant Tech Studio" userId="1745af41d63e819f" providerId="LiveId" clId="{33ACE99E-0541-49B5-BE34-C2F11378CD3F}" dt="2026-03-06T05:40:46.390" v="2212" actId="108"/>
        <pc:sldMkLst>
          <pc:docMk/>
          <pc:sldMk cId="3207657808" sldId="266"/>
        </pc:sldMkLst>
        <pc:spChg chg="mod">
          <ac:chgData name="Radiant Tech Studio" userId="1745af41d63e819f" providerId="LiveId" clId="{33ACE99E-0541-49B5-BE34-C2F11378CD3F}" dt="2026-03-06T05:33:56.240" v="2119" actId="1076"/>
          <ac:spMkLst>
            <pc:docMk/>
            <pc:sldMk cId="3207657808" sldId="266"/>
            <ac:spMk id="2" creationId="{12D40515-ACF8-095D-746C-88AB007E0B6F}"/>
          </ac:spMkLst>
        </pc:spChg>
        <pc:spChg chg="add mod ord">
          <ac:chgData name="Radiant Tech Studio" userId="1745af41d63e819f" providerId="LiveId" clId="{33ACE99E-0541-49B5-BE34-C2F11378CD3F}" dt="2026-03-06T05:23:46.057" v="1950" actId="1076"/>
          <ac:spMkLst>
            <pc:docMk/>
            <pc:sldMk cId="3207657808" sldId="266"/>
            <ac:spMk id="3" creationId="{593989E1-1DF9-0F0E-4910-E92A8C2A2818}"/>
          </ac:spMkLst>
        </pc:spChg>
        <pc:spChg chg="mod">
          <ac:chgData name="Radiant Tech Studio" userId="1745af41d63e819f" providerId="LiveId" clId="{33ACE99E-0541-49B5-BE34-C2F11378CD3F}" dt="2026-03-06T05:25:10.508" v="1962" actId="1076"/>
          <ac:spMkLst>
            <pc:docMk/>
            <pc:sldMk cId="3207657808" sldId="266"/>
            <ac:spMk id="5" creationId="{2131E971-D74D-FC64-6C36-50CB44C472A2}"/>
          </ac:spMkLst>
        </pc:spChg>
        <pc:spChg chg="add mod ord">
          <ac:chgData name="Radiant Tech Studio" userId="1745af41d63e819f" providerId="LiveId" clId="{33ACE99E-0541-49B5-BE34-C2F11378CD3F}" dt="2026-03-06T05:25:04.317" v="1961" actId="1076"/>
          <ac:spMkLst>
            <pc:docMk/>
            <pc:sldMk cId="3207657808" sldId="266"/>
            <ac:spMk id="7" creationId="{1A57459F-4444-A4A8-2B8F-88DC7977EC81}"/>
          </ac:spMkLst>
        </pc:spChg>
        <pc:spChg chg="add mod ord">
          <ac:chgData name="Radiant Tech Studio" userId="1745af41d63e819f" providerId="LiveId" clId="{33ACE99E-0541-49B5-BE34-C2F11378CD3F}" dt="2026-03-06T05:28:03.995" v="2006" actId="115"/>
          <ac:spMkLst>
            <pc:docMk/>
            <pc:sldMk cId="3207657808" sldId="266"/>
            <ac:spMk id="9" creationId="{D7B18C45-06DC-CDF1-DE9E-DBC60B649747}"/>
          </ac:spMkLst>
        </pc:spChg>
        <pc:spChg chg="mod">
          <ac:chgData name="Radiant Tech Studio" userId="1745af41d63e819f" providerId="LiveId" clId="{33ACE99E-0541-49B5-BE34-C2F11378CD3F}" dt="2026-03-06T05:37:37.661" v="2159" actId="14100"/>
          <ac:spMkLst>
            <pc:docMk/>
            <pc:sldMk cId="3207657808" sldId="266"/>
            <ac:spMk id="12" creationId="{15AE9EB3-24AA-3FFF-026B-EA5FF9A687E9}"/>
          </ac:spMkLst>
        </pc:spChg>
        <pc:spChg chg="mod">
          <ac:chgData name="Radiant Tech Studio" userId="1745af41d63e819f" providerId="LiveId" clId="{33ACE99E-0541-49B5-BE34-C2F11378CD3F}" dt="2026-03-06T05:37:10.481" v="2154" actId="14100"/>
          <ac:spMkLst>
            <pc:docMk/>
            <pc:sldMk cId="3207657808" sldId="266"/>
            <ac:spMk id="13" creationId="{1D4F66D8-A071-7DFA-19EC-B6990CE1CB4D}"/>
          </ac:spMkLst>
        </pc:spChg>
        <pc:spChg chg="add mod">
          <ac:chgData name="Radiant Tech Studio" userId="1745af41d63e819f" providerId="LiveId" clId="{33ACE99E-0541-49B5-BE34-C2F11378CD3F}" dt="2026-03-06T05:19:47.466" v="1859" actId="14100"/>
          <ac:spMkLst>
            <pc:docMk/>
            <pc:sldMk cId="3207657808" sldId="266"/>
            <ac:spMk id="15" creationId="{4A604D7D-4825-4BB3-A4B3-C693ED57E3A5}"/>
          </ac:spMkLst>
        </pc:spChg>
        <pc:spChg chg="add mod">
          <ac:chgData name="Radiant Tech Studio" userId="1745af41d63e819f" providerId="LiveId" clId="{33ACE99E-0541-49B5-BE34-C2F11378CD3F}" dt="2026-03-06T05:24:57.262" v="1960" actId="1076"/>
          <ac:spMkLst>
            <pc:docMk/>
            <pc:sldMk cId="3207657808" sldId="266"/>
            <ac:spMk id="16" creationId="{676683AD-ED15-F980-0089-B2850D2B7C40}"/>
          </ac:spMkLst>
        </pc:spChg>
        <pc:spChg chg="add mod">
          <ac:chgData name="Radiant Tech Studio" userId="1745af41d63e819f" providerId="LiveId" clId="{33ACE99E-0541-49B5-BE34-C2F11378CD3F}" dt="2026-03-06T05:21:51.226" v="1892" actId="14100"/>
          <ac:spMkLst>
            <pc:docMk/>
            <pc:sldMk cId="3207657808" sldId="266"/>
            <ac:spMk id="17" creationId="{47C6BDF7-4CD0-7946-0C8E-63FC675CA6FA}"/>
          </ac:spMkLst>
        </pc:spChg>
        <pc:spChg chg="add mod">
          <ac:chgData name="Radiant Tech Studio" userId="1745af41d63e819f" providerId="LiveId" clId="{33ACE99E-0541-49B5-BE34-C2F11378CD3F}" dt="2026-03-06T05:38:41.491" v="2175" actId="14100"/>
          <ac:spMkLst>
            <pc:docMk/>
            <pc:sldMk cId="3207657808" sldId="266"/>
            <ac:spMk id="19" creationId="{929D9942-A87C-2EC0-EDB0-E0B58DC6DC68}"/>
          </ac:spMkLst>
        </pc:spChg>
        <pc:spChg chg="add mod">
          <ac:chgData name="Radiant Tech Studio" userId="1745af41d63e819f" providerId="LiveId" clId="{33ACE99E-0541-49B5-BE34-C2F11378CD3F}" dt="2026-03-06T05:39:42.787" v="2191" actId="1076"/>
          <ac:spMkLst>
            <pc:docMk/>
            <pc:sldMk cId="3207657808" sldId="266"/>
            <ac:spMk id="20" creationId="{02F59A9F-A606-061C-87F1-4D8DE3D5B6DF}"/>
          </ac:spMkLst>
        </pc:spChg>
        <pc:spChg chg="add mod">
          <ac:chgData name="Radiant Tech Studio" userId="1745af41d63e819f" providerId="LiveId" clId="{33ACE99E-0541-49B5-BE34-C2F11378CD3F}" dt="2026-03-06T05:35:38.090" v="2138" actId="1076"/>
          <ac:spMkLst>
            <pc:docMk/>
            <pc:sldMk cId="3207657808" sldId="266"/>
            <ac:spMk id="23" creationId="{F434CD89-AD8C-D819-A10E-E116607CE06B}"/>
          </ac:spMkLst>
        </pc:spChg>
        <pc:spChg chg="add mod">
          <ac:chgData name="Radiant Tech Studio" userId="1745af41d63e819f" providerId="LiveId" clId="{33ACE99E-0541-49B5-BE34-C2F11378CD3F}" dt="2026-03-06T05:36:43.583" v="2151" actId="108"/>
          <ac:spMkLst>
            <pc:docMk/>
            <pc:sldMk cId="3207657808" sldId="266"/>
            <ac:spMk id="24" creationId="{7221A940-D82B-92BA-DB1D-8A78FBAD93AA}"/>
          </ac:spMkLst>
        </pc:spChg>
        <pc:spChg chg="mod">
          <ac:chgData name="Radiant Tech Studio" userId="1745af41d63e819f" providerId="LiveId" clId="{33ACE99E-0541-49B5-BE34-C2F11378CD3F}" dt="2026-03-06T05:37:32.188" v="2157" actId="1076"/>
          <ac:spMkLst>
            <pc:docMk/>
            <pc:sldMk cId="3207657808" sldId="266"/>
            <ac:spMk id="44" creationId="{850D5CF3-AD24-C10B-967B-36621E0A6D4E}"/>
          </ac:spMkLst>
        </pc:spChg>
        <pc:spChg chg="mod">
          <ac:chgData name="Radiant Tech Studio" userId="1745af41d63e819f" providerId="LiveId" clId="{33ACE99E-0541-49B5-BE34-C2F11378CD3F}" dt="2026-03-06T05:25:24.383" v="1964" actId="1076"/>
          <ac:spMkLst>
            <pc:docMk/>
            <pc:sldMk cId="3207657808" sldId="266"/>
            <ac:spMk id="77" creationId="{485F1A25-003E-3904-0E55-0B0506C25CD2}"/>
          </ac:spMkLst>
        </pc:spChg>
        <pc:spChg chg="mod">
          <ac:chgData name="Radiant Tech Studio" userId="1745af41d63e819f" providerId="LiveId" clId="{33ACE99E-0541-49B5-BE34-C2F11378CD3F}" dt="2026-03-06T05:25:13.731" v="1963" actId="1076"/>
          <ac:spMkLst>
            <pc:docMk/>
            <pc:sldMk cId="3207657808" sldId="266"/>
            <ac:spMk id="78" creationId="{32B02EA1-65E5-1A03-E9AE-F6EBBF732AAA}"/>
          </ac:spMkLst>
        </pc:spChg>
        <pc:spChg chg="mod">
          <ac:chgData name="Radiant Tech Studio" userId="1745af41d63e819f" providerId="LiveId" clId="{33ACE99E-0541-49B5-BE34-C2F11378CD3F}" dt="2026-03-06T05:34:27.604" v="2127" actId="1076"/>
          <ac:spMkLst>
            <pc:docMk/>
            <pc:sldMk cId="3207657808" sldId="266"/>
            <ac:spMk id="79" creationId="{80D40362-E28C-1576-113C-EE0881AEE778}"/>
          </ac:spMkLst>
        </pc:spChg>
        <pc:spChg chg="mod">
          <ac:chgData name="Radiant Tech Studio" userId="1745af41d63e819f" providerId="LiveId" clId="{33ACE99E-0541-49B5-BE34-C2F11378CD3F}" dt="2026-03-06T05:36:38.603" v="2150" actId="1076"/>
          <ac:spMkLst>
            <pc:docMk/>
            <pc:sldMk cId="3207657808" sldId="266"/>
            <ac:spMk id="80" creationId="{4D510DDB-FF79-CF9A-7F00-15CD93F70FC8}"/>
          </ac:spMkLst>
        </pc:spChg>
        <pc:spChg chg="mod">
          <ac:chgData name="Radiant Tech Studio" userId="1745af41d63e819f" providerId="LiveId" clId="{33ACE99E-0541-49B5-BE34-C2F11378CD3F}" dt="2026-03-06T05:35:30.911" v="2137" actId="1076"/>
          <ac:spMkLst>
            <pc:docMk/>
            <pc:sldMk cId="3207657808" sldId="266"/>
            <ac:spMk id="87" creationId="{A0BDA3BE-A0B4-102C-2646-4B751971CA19}"/>
          </ac:spMkLst>
        </pc:spChg>
        <pc:spChg chg="mod">
          <ac:chgData name="Radiant Tech Studio" userId="1745af41d63e819f" providerId="LiveId" clId="{33ACE99E-0541-49B5-BE34-C2F11378CD3F}" dt="2026-03-06T05:35:59.824" v="2144" actId="14100"/>
          <ac:spMkLst>
            <pc:docMk/>
            <pc:sldMk cId="3207657808" sldId="266"/>
            <ac:spMk id="88" creationId="{08348C59-35D6-D07A-FDF3-64CC4B82CB7A}"/>
          </ac:spMkLst>
        </pc:spChg>
        <pc:spChg chg="mod">
          <ac:chgData name="Radiant Tech Studio" userId="1745af41d63e819f" providerId="LiveId" clId="{33ACE99E-0541-49B5-BE34-C2F11378CD3F}" dt="2026-03-06T05:40:46.390" v="2212" actId="108"/>
          <ac:spMkLst>
            <pc:docMk/>
            <pc:sldMk cId="3207657808" sldId="266"/>
            <ac:spMk id="90" creationId="{50CBE9BA-C3DE-ABBA-3A7F-6F1C8BF70801}"/>
          </ac:spMkLst>
        </pc:spChg>
      </pc:sldChg>
      <pc:sldChg chg="addSp modSp add mod ord">
        <pc:chgData name="Radiant Tech Studio" userId="1745af41d63e819f" providerId="LiveId" clId="{33ACE99E-0541-49B5-BE34-C2F11378CD3F}" dt="2026-03-06T02:10:21.829" v="1473" actId="20577"/>
        <pc:sldMkLst>
          <pc:docMk/>
          <pc:sldMk cId="716209733" sldId="270"/>
        </pc:sldMkLst>
        <pc:spChg chg="add mod">
          <ac:chgData name="Radiant Tech Studio" userId="1745af41d63e819f" providerId="LiveId" clId="{33ACE99E-0541-49B5-BE34-C2F11378CD3F}" dt="2026-03-06T02:05:51.365" v="1454" actId="14100"/>
          <ac:spMkLst>
            <pc:docMk/>
            <pc:sldMk cId="716209733" sldId="270"/>
            <ac:spMk id="2" creationId="{F2D0F1DE-CD8E-B263-19A6-3483CC3369BD}"/>
          </ac:spMkLst>
        </pc:spChg>
        <pc:spChg chg="mod">
          <ac:chgData name="Radiant Tech Studio" userId="1745af41d63e819f" providerId="LiveId" clId="{33ACE99E-0541-49B5-BE34-C2F11378CD3F}" dt="2026-03-06T02:10:21.829" v="1473" actId="20577"/>
          <ac:spMkLst>
            <pc:docMk/>
            <pc:sldMk cId="716209733" sldId="270"/>
            <ac:spMk id="3" creationId="{7F0B6CB0-A684-C7F0-D1D9-D9DDBBD3991B}"/>
          </ac:spMkLst>
        </pc:spChg>
      </pc:sldChg>
      <pc:sldChg chg="add ord">
        <pc:chgData name="Radiant Tech Studio" userId="1745af41d63e819f" providerId="LiveId" clId="{33ACE99E-0541-49B5-BE34-C2F11378CD3F}" dt="2026-03-05T16:12:25.299" v="1161"/>
        <pc:sldMkLst>
          <pc:docMk/>
          <pc:sldMk cId="2017423019" sldId="271"/>
        </pc:sldMkLst>
      </pc:sldChg>
      <pc:sldChg chg="add ord">
        <pc:chgData name="Radiant Tech Studio" userId="1745af41d63e819f" providerId="LiveId" clId="{33ACE99E-0541-49B5-BE34-C2F11378CD3F}" dt="2026-03-05T16:12:25.299" v="1161"/>
        <pc:sldMkLst>
          <pc:docMk/>
          <pc:sldMk cId="847830197" sldId="272"/>
        </pc:sldMkLst>
      </pc:sldChg>
      <pc:sldChg chg="addSp delSp modSp new mod">
        <pc:chgData name="Radiant Tech Studio" userId="1745af41d63e819f" providerId="LiveId" clId="{33ACE99E-0541-49B5-BE34-C2F11378CD3F}" dt="2026-03-06T05:05:58.797" v="1643" actId="478"/>
        <pc:sldMkLst>
          <pc:docMk/>
          <pc:sldMk cId="1894418979" sldId="273"/>
        </pc:sldMkLst>
        <pc:spChg chg="add mod">
          <ac:chgData name="Radiant Tech Studio" userId="1745af41d63e819f" providerId="LiveId" clId="{33ACE99E-0541-49B5-BE34-C2F11378CD3F}" dt="2026-03-05T16:27:38.365" v="1440" actId="20577"/>
          <ac:spMkLst>
            <pc:docMk/>
            <pc:sldMk cId="1894418979" sldId="273"/>
            <ac:spMk id="4" creationId="{15065E61-7408-C76E-2844-59D566E65981}"/>
          </ac:spMkLst>
        </pc:spChg>
        <pc:spChg chg="add mod">
          <ac:chgData name="Radiant Tech Studio" userId="1745af41d63e819f" providerId="LiveId" clId="{33ACE99E-0541-49B5-BE34-C2F11378CD3F}" dt="2026-03-05T16:20:07.390" v="1380" actId="20577"/>
          <ac:spMkLst>
            <pc:docMk/>
            <pc:sldMk cId="1894418979" sldId="273"/>
            <ac:spMk id="5" creationId="{649FFB8B-CAC7-6D55-A57A-71FA260EA8DD}"/>
          </ac:spMkLst>
        </pc:spChg>
      </pc:sldChg>
      <pc:sldChg chg="addSp delSp modSp new mod">
        <pc:chgData name="Radiant Tech Studio" userId="1745af41d63e819f" providerId="LiveId" clId="{33ACE99E-0541-49B5-BE34-C2F11378CD3F}" dt="2026-03-06T06:43:02.904" v="2879" actId="20577"/>
        <pc:sldMkLst>
          <pc:docMk/>
          <pc:sldMk cId="1292487143" sldId="274"/>
        </pc:sldMkLst>
        <pc:spChg chg="add mod">
          <ac:chgData name="Radiant Tech Studio" userId="1745af41d63e819f" providerId="LiveId" clId="{33ACE99E-0541-49B5-BE34-C2F11378CD3F}" dt="2026-03-06T06:43:02.904" v="2879" actId="20577"/>
          <ac:spMkLst>
            <pc:docMk/>
            <pc:sldMk cId="1292487143" sldId="274"/>
            <ac:spMk id="5" creationId="{D140D4C7-49A4-855F-FE34-4CA241D01CD4}"/>
          </ac:spMkLst>
        </pc:spChg>
        <pc:spChg chg="add mod">
          <ac:chgData name="Radiant Tech Studio" userId="1745af41d63e819f" providerId="LiveId" clId="{33ACE99E-0541-49B5-BE34-C2F11378CD3F}" dt="2026-03-06T06:09:59.476" v="2525" actId="207"/>
          <ac:spMkLst>
            <pc:docMk/>
            <pc:sldMk cId="1292487143" sldId="274"/>
            <ac:spMk id="9" creationId="{962EF18B-5AF9-B8FA-DA2F-2B92BF0078E0}"/>
          </ac:spMkLst>
        </pc:spChg>
      </pc:sldChg>
      <pc:sldChg chg="addSp delSp modSp add mod">
        <pc:chgData name="Radiant Tech Studio" userId="1745af41d63e819f" providerId="LiveId" clId="{33ACE99E-0541-49B5-BE34-C2F11378CD3F}" dt="2026-03-09T16:36:24.007" v="2977" actId="5793"/>
        <pc:sldMkLst>
          <pc:docMk/>
          <pc:sldMk cId="747704146" sldId="275"/>
        </pc:sldMkLst>
        <pc:spChg chg="mod">
          <ac:chgData name="Radiant Tech Studio" userId="1745af41d63e819f" providerId="LiveId" clId="{33ACE99E-0541-49B5-BE34-C2F11378CD3F}" dt="2026-03-06T05:05:36.764" v="1639" actId="1076"/>
          <ac:spMkLst>
            <pc:docMk/>
            <pc:sldMk cId="747704146" sldId="275"/>
            <ac:spMk id="2" creationId="{3F103505-83BA-B47D-262D-E97375F5AE7D}"/>
          </ac:spMkLst>
        </pc:spChg>
        <pc:spChg chg="mod">
          <ac:chgData name="Radiant Tech Studio" userId="1745af41d63e819f" providerId="LiveId" clId="{33ACE99E-0541-49B5-BE34-C2F11378CD3F}" dt="2026-03-09T16:36:07.265" v="2975" actId="1076"/>
          <ac:spMkLst>
            <pc:docMk/>
            <pc:sldMk cId="747704146" sldId="275"/>
            <ac:spMk id="3" creationId="{85553823-0A30-EEC5-3CDD-E5187B18F4A9}"/>
          </ac:spMkLst>
        </pc:spChg>
        <pc:spChg chg="add mod">
          <ac:chgData name="Radiant Tech Studio" userId="1745af41d63e819f" providerId="LiveId" clId="{33ACE99E-0541-49B5-BE34-C2F11378CD3F}" dt="2026-03-09T16:36:24.007" v="2977" actId="5793"/>
          <ac:spMkLst>
            <pc:docMk/>
            <pc:sldMk cId="747704146" sldId="275"/>
            <ac:spMk id="6" creationId="{58A4E8D5-75C7-95C2-AAAF-359B51F9DB85}"/>
          </ac:spMkLst>
        </pc:spChg>
      </pc:sldChg>
      <pc:sldChg chg="addSp modSp new mod">
        <pc:chgData name="Radiant Tech Studio" userId="1745af41d63e819f" providerId="LiveId" clId="{33ACE99E-0541-49B5-BE34-C2F11378CD3F}" dt="2026-03-06T07:44:57.459" v="2883" actId="108"/>
        <pc:sldMkLst>
          <pc:docMk/>
          <pc:sldMk cId="3976916946" sldId="276"/>
        </pc:sldMkLst>
        <pc:spChg chg="add mod">
          <ac:chgData name="Radiant Tech Studio" userId="1745af41d63e819f" providerId="LiveId" clId="{33ACE99E-0541-49B5-BE34-C2F11378CD3F}" dt="2026-03-06T07:44:57.459" v="2883" actId="108"/>
          <ac:spMkLst>
            <pc:docMk/>
            <pc:sldMk cId="3976916946" sldId="276"/>
            <ac:spMk id="2" creationId="{6A8AF177-53D3-713E-68E7-A0B22D46C073}"/>
          </ac:spMkLst>
        </pc:spChg>
      </pc:sldChg>
      <pc:sldChg chg="modSp add mod">
        <pc:chgData name="Radiant Tech Studio" userId="1745af41d63e819f" providerId="LiveId" clId="{33ACE99E-0541-49B5-BE34-C2F11378CD3F}" dt="2026-03-06T06:20:18.149" v="2683"/>
        <pc:sldMkLst>
          <pc:docMk/>
          <pc:sldMk cId="2629999524" sldId="277"/>
        </pc:sldMkLst>
        <pc:spChg chg="mod">
          <ac:chgData name="Radiant Tech Studio" userId="1745af41d63e819f" providerId="LiveId" clId="{33ACE99E-0541-49B5-BE34-C2F11378CD3F}" dt="2026-03-06T06:20:18.149" v="2683"/>
          <ac:spMkLst>
            <pc:docMk/>
            <pc:sldMk cId="2629999524" sldId="277"/>
            <ac:spMk id="5" creationId="{E8E6982A-E5A2-70C9-182E-4741CF8698EF}"/>
          </ac:spMkLst>
        </pc:spChg>
        <pc:spChg chg="mod">
          <ac:chgData name="Radiant Tech Studio" userId="1745af41d63e819f" providerId="LiveId" clId="{33ACE99E-0541-49B5-BE34-C2F11378CD3F}" dt="2026-03-06T06:10:55.046" v="2559" actId="14100"/>
          <ac:spMkLst>
            <pc:docMk/>
            <pc:sldMk cId="2629999524" sldId="277"/>
            <ac:spMk id="9" creationId="{F55FCE6D-449A-4DE3-17B2-4199F7725C9D}"/>
          </ac:spMkLst>
        </pc:spChg>
      </pc:sldChg>
      <pc:sldChg chg="modSp add mod">
        <pc:chgData name="Radiant Tech Studio" userId="1745af41d63e819f" providerId="LiveId" clId="{33ACE99E-0541-49B5-BE34-C2F11378CD3F}" dt="2026-03-06T06:24:40.381" v="2756" actId="20577"/>
        <pc:sldMkLst>
          <pc:docMk/>
          <pc:sldMk cId="2044730470" sldId="278"/>
        </pc:sldMkLst>
        <pc:spChg chg="mod">
          <ac:chgData name="Radiant Tech Studio" userId="1745af41d63e819f" providerId="LiveId" clId="{33ACE99E-0541-49B5-BE34-C2F11378CD3F}" dt="2026-03-06T06:24:40.381" v="2756" actId="20577"/>
          <ac:spMkLst>
            <pc:docMk/>
            <pc:sldMk cId="2044730470" sldId="278"/>
            <ac:spMk id="5" creationId="{BF6C2C7B-EEA2-01F3-D6BD-C6E0F7E089C4}"/>
          </ac:spMkLst>
        </pc:spChg>
        <pc:spChg chg="mod">
          <ac:chgData name="Radiant Tech Studio" userId="1745af41d63e819f" providerId="LiveId" clId="{33ACE99E-0541-49B5-BE34-C2F11378CD3F}" dt="2026-03-06T06:20:25.315" v="2690" actId="20577"/>
          <ac:spMkLst>
            <pc:docMk/>
            <pc:sldMk cId="2044730470" sldId="278"/>
            <ac:spMk id="9" creationId="{355AD54E-E176-DF2C-7904-5E53D5D424D5}"/>
          </ac:spMkLst>
        </pc:spChg>
      </pc:sldChg>
      <pc:sldChg chg="addSp modSp new mod setBg">
        <pc:chgData name="Radiant Tech Studio" userId="1745af41d63e819f" providerId="LiveId" clId="{33ACE99E-0541-49B5-BE34-C2F11378CD3F}" dt="2026-03-06T09:56:44.207" v="2923" actId="26606"/>
        <pc:sldMkLst>
          <pc:docMk/>
          <pc:sldMk cId="3781682622" sldId="281"/>
        </pc:sldMkLst>
        <pc:spChg chg="add">
          <ac:chgData name="Radiant Tech Studio" userId="1745af41d63e819f" providerId="LiveId" clId="{33ACE99E-0541-49B5-BE34-C2F11378CD3F}" dt="2026-03-06T09:56:44.207" v="2923" actId="26606"/>
          <ac:spMkLst>
            <pc:docMk/>
            <pc:sldMk cId="3781682622" sldId="281"/>
            <ac:spMk id="7" creationId="{42A4FC2C-047E-45A5-965D-8E1E3BF09BC6}"/>
          </ac:spMkLst>
        </pc:spChg>
        <pc:picChg chg="add mod">
          <ac:chgData name="Radiant Tech Studio" userId="1745af41d63e819f" providerId="LiveId" clId="{33ACE99E-0541-49B5-BE34-C2F11378CD3F}" dt="2026-03-06T09:56:44.207" v="2923" actId="26606"/>
          <ac:picMkLst>
            <pc:docMk/>
            <pc:sldMk cId="3781682622" sldId="281"/>
            <ac:picMk id="2" creationId="{16EC43D9-F5EF-0536-DFF4-33081264B1E9}"/>
          </ac:picMkLst>
        </pc:picChg>
      </pc:sldChg>
      <pc:sldChg chg="addSp delSp modSp new mod">
        <pc:chgData name="Radiant Tech Studio" userId="1745af41d63e819f" providerId="LiveId" clId="{33ACE99E-0541-49B5-BE34-C2F11378CD3F}" dt="2026-03-13T01:17:50.754" v="3089" actId="207"/>
        <pc:sldMkLst>
          <pc:docMk/>
          <pc:sldMk cId="2884219971" sldId="282"/>
        </pc:sldMkLst>
        <pc:spChg chg="add mod">
          <ac:chgData name="Radiant Tech Studio" userId="1745af41d63e819f" providerId="LiveId" clId="{33ACE99E-0541-49B5-BE34-C2F11378CD3F}" dt="2026-03-13T01:17:41.777" v="3088" actId="207"/>
          <ac:spMkLst>
            <pc:docMk/>
            <pc:sldMk cId="2884219971" sldId="282"/>
            <ac:spMk id="3" creationId="{06D3AD3F-07A3-0E4F-A48F-E77AD5BEA841}"/>
          </ac:spMkLst>
        </pc:spChg>
        <pc:spChg chg="add del mod">
          <ac:chgData name="Radiant Tech Studio" userId="1745af41d63e819f" providerId="LiveId" clId="{33ACE99E-0541-49B5-BE34-C2F11378CD3F}" dt="2026-03-13T01:11:35.560" v="3014" actId="22"/>
          <ac:spMkLst>
            <pc:docMk/>
            <pc:sldMk cId="2884219971" sldId="282"/>
            <ac:spMk id="5" creationId="{B4FD6038-19E8-4374-8F71-CFAE5A7DFE00}"/>
          </ac:spMkLst>
        </pc:spChg>
        <pc:spChg chg="add del">
          <ac:chgData name="Radiant Tech Studio" userId="1745af41d63e819f" providerId="LiveId" clId="{33ACE99E-0541-49B5-BE34-C2F11378CD3F}" dt="2026-03-13T01:11:50.262" v="3019" actId="22"/>
          <ac:spMkLst>
            <pc:docMk/>
            <pc:sldMk cId="2884219971" sldId="282"/>
            <ac:spMk id="7" creationId="{3AA7E374-9BA0-D4F8-FAD5-381C02E5DD79}"/>
          </ac:spMkLst>
        </pc:spChg>
        <pc:spChg chg="add del mod">
          <ac:chgData name="Radiant Tech Studio" userId="1745af41d63e819f" providerId="LiveId" clId="{33ACE99E-0541-49B5-BE34-C2F11378CD3F}" dt="2026-03-13T01:12:29.108" v="3025" actId="22"/>
          <ac:spMkLst>
            <pc:docMk/>
            <pc:sldMk cId="2884219971" sldId="282"/>
            <ac:spMk id="9" creationId="{34E9EF01-33F1-7F24-FFF1-9D5DB614E889}"/>
          </ac:spMkLst>
        </pc:spChg>
        <pc:spChg chg="add mod">
          <ac:chgData name="Radiant Tech Studio" userId="1745af41d63e819f" providerId="LiveId" clId="{33ACE99E-0541-49B5-BE34-C2F11378CD3F}" dt="2026-03-13T01:17:35.491" v="3087" actId="207"/>
          <ac:spMkLst>
            <pc:docMk/>
            <pc:sldMk cId="2884219971" sldId="282"/>
            <ac:spMk id="11" creationId="{18BE8EA5-B031-4124-D383-7473D4B96E91}"/>
          </ac:spMkLst>
        </pc:spChg>
        <pc:spChg chg="add mod">
          <ac:chgData name="Radiant Tech Studio" userId="1745af41d63e819f" providerId="LiveId" clId="{33ACE99E-0541-49B5-BE34-C2F11378CD3F}" dt="2026-03-13T01:17:50.754" v="3089" actId="207"/>
          <ac:spMkLst>
            <pc:docMk/>
            <pc:sldMk cId="2884219971" sldId="282"/>
            <ac:spMk id="13" creationId="{06866D51-E275-A6D5-FD89-696B941EADB7}"/>
          </ac:spMkLst>
        </pc:spChg>
      </pc:sldChg>
      <pc:sldChg chg="addSp modSp new mod">
        <pc:chgData name="Radiant Tech Studio" userId="1745af41d63e819f" providerId="LiveId" clId="{33ACE99E-0541-49B5-BE34-C2F11378CD3F}" dt="2026-03-13T01:17:29.017" v="3086" actId="207"/>
        <pc:sldMkLst>
          <pc:docMk/>
          <pc:sldMk cId="1287609680" sldId="283"/>
        </pc:sldMkLst>
        <pc:spChg chg="add mod">
          <ac:chgData name="Radiant Tech Studio" userId="1745af41d63e819f" providerId="LiveId" clId="{33ACE99E-0541-49B5-BE34-C2F11378CD3F}" dt="2026-03-13T01:17:29.017" v="3086" actId="207"/>
          <ac:spMkLst>
            <pc:docMk/>
            <pc:sldMk cId="1287609680" sldId="283"/>
            <ac:spMk id="3" creationId="{B39F5B50-1F45-39BB-44E2-6EA4D0E6311E}"/>
          </ac:spMkLst>
        </pc:spChg>
      </pc:sldChg>
      <pc:sldChg chg="addSp modSp new mod">
        <pc:chgData name="Radiant Tech Studio" userId="1745af41d63e819f" providerId="LiveId" clId="{33ACE99E-0541-49B5-BE34-C2F11378CD3F}" dt="2026-03-13T01:45:05.333" v="3245" actId="1076"/>
        <pc:sldMkLst>
          <pc:docMk/>
          <pc:sldMk cId="1994005591" sldId="284"/>
        </pc:sldMkLst>
        <pc:spChg chg="add mod">
          <ac:chgData name="Radiant Tech Studio" userId="1745af41d63e819f" providerId="LiveId" clId="{33ACE99E-0541-49B5-BE34-C2F11378CD3F}" dt="2026-03-13T01:45:00.356" v="3244" actId="1076"/>
          <ac:spMkLst>
            <pc:docMk/>
            <pc:sldMk cId="1994005591" sldId="284"/>
            <ac:spMk id="5" creationId="{1573DF86-9CD2-1E4D-AB85-58B1FEEEC1A6}"/>
          </ac:spMkLst>
        </pc:spChg>
        <pc:spChg chg="add mod">
          <ac:chgData name="Radiant Tech Studio" userId="1745af41d63e819f" providerId="LiveId" clId="{33ACE99E-0541-49B5-BE34-C2F11378CD3F}" dt="2026-03-13T01:45:05.333" v="3245" actId="1076"/>
          <ac:spMkLst>
            <pc:docMk/>
            <pc:sldMk cId="1994005591" sldId="284"/>
            <ac:spMk id="6" creationId="{A229FCE4-48D9-A266-7A48-A34D1D9E00F7}"/>
          </ac:spMkLst>
        </pc:spChg>
        <pc:picChg chg="add mod">
          <ac:chgData name="Radiant Tech Studio" userId="1745af41d63e819f" providerId="LiveId" clId="{33ACE99E-0541-49B5-BE34-C2F11378CD3F}" dt="2026-03-13T01:44:54.012" v="3243" actId="1076"/>
          <ac:picMkLst>
            <pc:docMk/>
            <pc:sldMk cId="1994005591" sldId="284"/>
            <ac:picMk id="3" creationId="{049C5245-6CBF-4393-E964-510D45A43180}"/>
          </ac:picMkLst>
        </pc:picChg>
      </pc:sldChg>
      <pc:sldChg chg="addSp delSp modSp new mod">
        <pc:chgData name="Radiant Tech Studio" userId="1745af41d63e819f" providerId="LiveId" clId="{33ACE99E-0541-49B5-BE34-C2F11378CD3F}" dt="2026-03-14T06:33:40.260" v="3296" actId="13926"/>
        <pc:sldMkLst>
          <pc:docMk/>
          <pc:sldMk cId="2284958883" sldId="285"/>
        </pc:sldMkLst>
        <pc:spChg chg="add del mod">
          <ac:chgData name="Radiant Tech Studio" userId="1745af41d63e819f" providerId="LiveId" clId="{33ACE99E-0541-49B5-BE34-C2F11378CD3F}" dt="2026-03-14T06:27:19.009" v="3263" actId="478"/>
          <ac:spMkLst>
            <pc:docMk/>
            <pc:sldMk cId="2284958883" sldId="285"/>
            <ac:spMk id="3" creationId="{C312FE20-F841-3658-66E1-FBC9551AEB74}"/>
          </ac:spMkLst>
        </pc:spChg>
        <pc:spChg chg="add del mod">
          <ac:chgData name="Radiant Tech Studio" userId="1745af41d63e819f" providerId="LiveId" clId="{33ACE99E-0541-49B5-BE34-C2F11378CD3F}" dt="2026-03-14T06:27:20.522" v="3264" actId="478"/>
          <ac:spMkLst>
            <pc:docMk/>
            <pc:sldMk cId="2284958883" sldId="285"/>
            <ac:spMk id="5" creationId="{D5CA1417-3834-4F56-6FB8-5391565CF78F}"/>
          </ac:spMkLst>
        </pc:spChg>
        <pc:spChg chg="add mod">
          <ac:chgData name="Radiant Tech Studio" userId="1745af41d63e819f" providerId="LiveId" clId="{33ACE99E-0541-49B5-BE34-C2F11378CD3F}" dt="2026-03-14T06:33:40.260" v="3296" actId="13926"/>
          <ac:spMkLst>
            <pc:docMk/>
            <pc:sldMk cId="2284958883" sldId="285"/>
            <ac:spMk id="7" creationId="{800DC2A2-98B8-CF23-419A-B601C036151E}"/>
          </ac:spMkLst>
        </pc:spChg>
        <pc:spChg chg="add mod">
          <ac:chgData name="Radiant Tech Studio" userId="1745af41d63e819f" providerId="LiveId" clId="{33ACE99E-0541-49B5-BE34-C2F11378CD3F}" dt="2026-03-14T06:29:17.769" v="3282" actId="14100"/>
          <ac:spMkLst>
            <pc:docMk/>
            <pc:sldMk cId="2284958883" sldId="285"/>
            <ac:spMk id="9" creationId="{5A020BD3-4117-6DCB-BA85-3A55D503C5CF}"/>
          </ac:spMkLst>
        </pc:spChg>
        <pc:spChg chg="add mod">
          <ac:chgData name="Radiant Tech Studio" userId="1745af41d63e819f" providerId="LiveId" clId="{33ACE99E-0541-49B5-BE34-C2F11378CD3F}" dt="2026-03-14T06:32:00.056" v="3287" actId="1076"/>
          <ac:spMkLst>
            <pc:docMk/>
            <pc:sldMk cId="2284958883" sldId="285"/>
            <ac:spMk id="11" creationId="{EEA9A046-B2A8-3860-931D-FC14BF53B9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3E1D-6D3C-EF25-D338-5DF03651B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E81C7-20E7-6C31-816F-A5698BE9C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B078B-3A0F-7794-1875-7B048D0E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0B873-64E5-E798-F319-46C1CFA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D7DAF-2B07-D050-96BC-9F8314D7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340C-69F2-9665-1477-A645570B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10A0D-BEC7-A355-62F2-D8DEF8219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35F65-5AEB-8971-7E57-9AA03DD39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646B-9ED4-1231-35C3-1AFD714D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7F225-B85A-7CA6-A1F9-87F030A6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70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58C0-C52E-AAB9-C93E-16226A16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95009-91F1-C398-7B51-EE944E84A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104A1-923E-B1F3-DC5E-8BF0C4139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D0D5-0C42-A86C-27AF-BE6037B7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E009A-0B7C-BA1D-27F3-1F6B0085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54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02F3-832F-1B8E-592E-FF66859B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58D1-B15A-684F-D5A2-EF40A7EC3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E6BE5-B52D-F00E-380D-CACB7D44F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56AD1-1B86-4C3A-EBF8-1F9A4E9C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C6E84-FFF4-6E43-43D7-E4392318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E8F46-813B-2EEC-ED70-4ADC7024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908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7A02-2B33-EC22-CC2F-8BB06A93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C7CD9-F55C-96E9-2E22-C7E1D296B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20A6F-C11B-691F-9AD4-0349F1719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E030D-B037-6FBA-ED32-16ADD9F3D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C495B-22D4-6F80-C1E7-6EA0A7562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89B11-D054-AA14-CB77-64C83BB3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48A68-E9E1-9B87-AEE7-E4B1B81F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66944-AC8C-5E4A-841E-559A9BF9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22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30CF-0AFD-0684-AFF2-E7CF6F7A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D4422-1BDB-F35E-154E-3FBC5AEF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88281-9B45-E498-E723-1104E751B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47CEC-2856-3D2C-DCF9-233B0227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50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29E96-AFEE-5235-15CB-900D6A81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43DFA-E3FB-883D-5724-A98992B6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4D7F2-36FC-EAE0-CB68-D266F9E5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20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C86A-D4C6-1C7D-82D9-0401653C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85DB8-2A65-2D7F-28E2-78C8C6AF2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B3CC9-D993-6A8A-71B3-078CF2A20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68D68-03BD-4151-4170-17755ECA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5B881-3DA7-04CC-61BF-1342856D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571E5-5543-69FA-3709-2C7A2421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181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EBB4-52D2-067D-0B1B-5407CC6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16826-32C5-A0D1-C224-0559B5BC2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F7092-1B36-7E9E-A412-C5B238363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F8598-7D18-DC14-47B3-9C4B8878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E3EB-F9CD-1A43-DA05-2A378033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2D389-7F59-F5AA-8505-19F6249C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57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4A36A-8473-F1AD-EA49-6F8D5B77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900BA-253B-63B9-ED13-B7D6146C7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5633-63D4-92FB-83AC-6B3399FC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816A-3896-999A-24B8-AB58556F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A4FB6-5A9D-6382-F772-0F807D6C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50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F7FD3-84CF-2A09-F7C5-DA93E4053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B9252-0B2D-C1FF-99C2-33F86B9FA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918EF-0EFC-F516-384D-1D341555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8111F-B5EF-A81F-7B40-036F08C5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FEF54-3A40-1758-5C07-1A230D0D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9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E3170-14A0-1786-ABA1-59F0A64A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E4707-AE53-8FCE-4DB7-166BEE96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5C345-45E0-2BA4-19AB-2B2A6964A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B3EBE-E234-4A7D-AEC1-C1679CC5DC8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A25BA-51FE-DE94-9A57-8255CF1CA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C7A9-E56D-4068-F8F1-1A7DAE0A3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DF469-6BA5-4F48-8DAC-D66234E5E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67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47989CF-927B-A07D-B0C7-885EE7EDD40B}"/>
              </a:ext>
            </a:extLst>
          </p:cNvPr>
          <p:cNvSpPr/>
          <p:nvPr/>
        </p:nvSpPr>
        <p:spPr>
          <a:xfrm>
            <a:off x="0" y="4979254"/>
            <a:ext cx="12192000" cy="19144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557A5-1B15-CEF3-BC95-40D74860C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sz="5000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  <a:ea typeface="+mj-ea"/>
                <a:cs typeface="+mj-cs"/>
              </a:rPr>
              <a:t>DevOps</a:t>
            </a:r>
          </a:p>
        </p:txBody>
      </p:sp>
      <p:pic>
        <p:nvPicPr>
          <p:cNvPr id="4" name="Picture 3" descr="A blue hexagon with white and black text&#10;&#10;AI-generated content may be incorrect.">
            <a:extLst>
              <a:ext uri="{FF2B5EF4-FFF2-40B4-BE49-F238E27FC236}">
                <a16:creationId xmlns:a16="http://schemas.microsoft.com/office/drawing/2014/main" id="{B637F8F6-F8FF-08C6-43F5-41483A32F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099" y="573926"/>
            <a:ext cx="5851801" cy="3291637"/>
          </a:xfrm>
          <a:prstGeom prst="rect">
            <a:avLst/>
          </a:prstGeom>
        </p:spPr>
      </p:pic>
      <p:pic>
        <p:nvPicPr>
          <p:cNvPr id="8" name="Picture 7" descr="A white letter in a circle with black background&#10;&#10;AI-generated content may be incorrect.">
            <a:extLst>
              <a:ext uri="{FF2B5EF4-FFF2-40B4-BE49-F238E27FC236}">
                <a16:creationId xmlns:a16="http://schemas.microsoft.com/office/drawing/2014/main" id="{F9A0601A-B09E-3C1D-EFC6-FEDE9DDBA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604" y="5639641"/>
            <a:ext cx="1658044" cy="842984"/>
          </a:xfrm>
          <a:prstGeom prst="rect">
            <a:avLst/>
          </a:prstGeom>
        </p:spPr>
      </p:pic>
      <p:pic>
        <p:nvPicPr>
          <p:cNvPr id="9" name="Picture 8" descr="A blue hexagon with white and black text&#10;&#10;AI-generated content may be incorrect.">
            <a:extLst>
              <a:ext uri="{FF2B5EF4-FFF2-40B4-BE49-F238E27FC236}">
                <a16:creationId xmlns:a16="http://schemas.microsoft.com/office/drawing/2014/main" id="{D99A018A-31EF-7DE4-EC7A-D7D972DF8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096" y="5451254"/>
            <a:ext cx="1392118" cy="783066"/>
          </a:xfrm>
          <a:prstGeom prst="rect">
            <a:avLst/>
          </a:prstGeom>
        </p:spPr>
      </p:pic>
      <p:pic>
        <p:nvPicPr>
          <p:cNvPr id="10" name="Picture 9" descr="A blue rectangle on a black background&#10;&#10;AI-generated content may be incorrect.">
            <a:extLst>
              <a:ext uri="{FF2B5EF4-FFF2-40B4-BE49-F238E27FC236}">
                <a16:creationId xmlns:a16="http://schemas.microsoft.com/office/drawing/2014/main" id="{C2611D4D-49C8-EF72-FE9C-5FA0E3FD0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445" y="5582332"/>
            <a:ext cx="1896462" cy="948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BBABDD-6C07-6F23-8754-75C1AB88C5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739013"/>
            <a:ext cx="1712780" cy="6348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9CC8B3-6BD2-2BFE-209E-D72C615536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780" y="5248429"/>
            <a:ext cx="2154717" cy="16160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D84239-15C1-2260-64EA-342115CF6B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595" y="5242779"/>
            <a:ext cx="1662153" cy="101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0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0DC2A2-98B8-CF23-419A-B601C036151E}"/>
              </a:ext>
            </a:extLst>
          </p:cNvPr>
          <p:cNvSpPr txBox="1"/>
          <p:nvPr/>
        </p:nvSpPr>
        <p:spPr>
          <a:xfrm>
            <a:off x="981635" y="627963"/>
            <a:ext cx="316774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apiVersion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: apiextensions.k8s.io/v1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kind: </a:t>
            </a:r>
            <a:r>
              <a:rPr lang="en-IN" sz="1200" dirty="0" err="1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CustomResourceDefinition</a:t>
            </a:r>
            <a:endParaRPr lang="en-IN" sz="1200" dirty="0">
              <a:solidFill>
                <a:schemeClr val="accent6">
                  <a:lumMod val="50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metadata: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name: locations.travel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spec: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group: travel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versions: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- name: v1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served: true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storage: true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schema: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openAPIV3Schema: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type: object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properties: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spec: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type: object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properties: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city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  type: string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country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  type: string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</a:t>
            </a:r>
            <a:r>
              <a:rPr lang="en-IN" sz="1200" dirty="0" err="1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touristPlace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  type: string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</a:t>
            </a:r>
            <a:r>
              <a:rPr lang="en-IN" sz="1200" dirty="0" err="1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travelType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            type: string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scope: </a:t>
            </a:r>
            <a:r>
              <a:rPr lang="en-IN" sz="1200" dirty="0" err="1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Namespaced</a:t>
            </a:r>
            <a:endParaRPr lang="en-IN" sz="1200" dirty="0">
              <a:solidFill>
                <a:schemeClr val="accent6">
                  <a:lumMod val="50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names: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plural: locations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singular: location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Congenial SemiBold" panose="02000503040000020004" pitchFamily="2" charset="0"/>
              </a:rPr>
              <a:t>kind: Location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</a:t>
            </a:r>
            <a:r>
              <a:rPr lang="en-IN" sz="1200" dirty="0" err="1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shortNames</a:t>
            </a:r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:</a:t>
            </a:r>
          </a:p>
          <a:p>
            <a:r>
              <a:rPr lang="en-IN" sz="12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      - loc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20BD3-4117-6DCB-BA85-3A55D503C5CF}"/>
              </a:ext>
            </a:extLst>
          </p:cNvPr>
          <p:cNvSpPr txBox="1"/>
          <p:nvPr/>
        </p:nvSpPr>
        <p:spPr>
          <a:xfrm>
            <a:off x="267020" y="149588"/>
            <a:ext cx="4796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Black" panose="02000503040000020004" pitchFamily="2" charset="0"/>
              </a:rPr>
              <a:t>Custom Resource Definition (CRD) YAML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  <a:latin typeface="Congenial Black" panose="0200050304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9A046-B2A8-3860-931D-FC14BF53B980}"/>
              </a:ext>
            </a:extLst>
          </p:cNvPr>
          <p:cNvSpPr txBox="1"/>
          <p:nvPr/>
        </p:nvSpPr>
        <p:spPr>
          <a:xfrm>
            <a:off x="6096000" y="2384148"/>
            <a:ext cx="31677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>
                <a:latin typeface="Congenial SemiBold" panose="02000503040000020004" pitchFamily="2" charset="0"/>
              </a:rPr>
              <a:t>apiVersion</a:t>
            </a:r>
            <a:r>
              <a:rPr lang="en-IN" sz="1200" dirty="0">
                <a:latin typeface="Congenial SemiBold" panose="02000503040000020004" pitchFamily="2" charset="0"/>
              </a:rPr>
              <a:t>: travel/v1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kind: Location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metadata: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  name: customer-location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spec: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  city: Delhi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  country: India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  </a:t>
            </a:r>
            <a:r>
              <a:rPr lang="en-IN" sz="1200" dirty="0" err="1">
                <a:latin typeface="Congenial SemiBold" panose="02000503040000020004" pitchFamily="2" charset="0"/>
              </a:rPr>
              <a:t>touristPlace</a:t>
            </a:r>
            <a:r>
              <a:rPr lang="en-IN" sz="1200" dirty="0">
                <a:latin typeface="Congenial SemiBold" panose="02000503040000020004" pitchFamily="2" charset="0"/>
              </a:rPr>
              <a:t>: Taj Mahal</a:t>
            </a:r>
          </a:p>
          <a:p>
            <a:r>
              <a:rPr lang="en-IN" sz="1200" dirty="0">
                <a:latin typeface="Congenial SemiBold" panose="02000503040000020004" pitchFamily="2" charset="0"/>
              </a:rPr>
              <a:t>  </a:t>
            </a:r>
            <a:r>
              <a:rPr lang="en-IN" sz="1200" dirty="0" err="1">
                <a:latin typeface="Congenial SemiBold" panose="02000503040000020004" pitchFamily="2" charset="0"/>
              </a:rPr>
              <a:t>travelType</a:t>
            </a:r>
            <a:r>
              <a:rPr lang="en-IN" sz="1200" dirty="0">
                <a:latin typeface="Congenial SemiBold" panose="02000503040000020004" pitchFamily="2" charset="0"/>
              </a:rPr>
              <a:t>: Family</a:t>
            </a:r>
          </a:p>
        </p:txBody>
      </p:sp>
    </p:spTree>
    <p:extLst>
      <p:ext uri="{BB962C8B-B14F-4D97-AF65-F5344CB8AC3E}">
        <p14:creationId xmlns:p14="http://schemas.microsoft.com/office/powerpoint/2010/main" val="228495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3AD3F-07A3-0E4F-A48F-E77AD5BEA841}"/>
              </a:ext>
            </a:extLst>
          </p:cNvPr>
          <p:cNvSpPr txBox="1"/>
          <p:nvPr/>
        </p:nvSpPr>
        <p:spPr>
          <a:xfrm>
            <a:off x="724861" y="1839082"/>
            <a:ext cx="53711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CPU (Processor)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The brain of the server.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Executes instructions and processes requests from applications and users.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RAM (Memory)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Temporarily stores data that the CPU needs quickly.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Helps run applications and services smoothly.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Storage (HDD / SSD / </a:t>
            </a:r>
            <a:r>
              <a:rPr lang="en-US" sz="1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NVMe</a:t>
            </a: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)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Stores the operating system, applications, and data permanently.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Often configured with RAID for reliability.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Motherboard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The main circuit board that connects all components like CPU, RAM, storage, and network cards.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>
              <a:latin typeface="Congenial" panose="0200050304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E8EA5-B031-4124-D383-7473D4B96E91}"/>
              </a:ext>
            </a:extLst>
          </p:cNvPr>
          <p:cNvSpPr txBox="1"/>
          <p:nvPr/>
        </p:nvSpPr>
        <p:spPr>
          <a:xfrm>
            <a:off x="6224068" y="1839082"/>
            <a:ext cx="53711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5.Power Supply Unit (PSU)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Provides electrical power to all server components.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Many servers use </a:t>
            </a: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redundant power supplies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 for high availability.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6.Network Interface Card (NIC)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Allows the server to connect to a network or the internet.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Handles data communication between the server and clients.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7.Cooling System (Fans / Heat Sinks)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Maintains proper temperature to prevent overheating during continuous operation.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8.RAID Controller</a:t>
            </a: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" panose="02000503040000020004" pitchFamily="2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" panose="02000503040000020004" pitchFamily="2" charset="0"/>
              </a:rPr>
              <a:t>Manages multiple storage drives to improve performance and provide data redundancy.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66D51-E275-A6D5-FD89-696B941EADB7}"/>
              </a:ext>
            </a:extLst>
          </p:cNvPr>
          <p:cNvSpPr txBox="1"/>
          <p:nvPr/>
        </p:nvSpPr>
        <p:spPr>
          <a:xfrm>
            <a:off x="2351315" y="965303"/>
            <a:ext cx="774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Important Components of a Server and Their Functions</a:t>
            </a:r>
          </a:p>
        </p:txBody>
      </p:sp>
    </p:spTree>
    <p:extLst>
      <p:ext uri="{BB962C8B-B14F-4D97-AF65-F5344CB8AC3E}">
        <p14:creationId xmlns:p14="http://schemas.microsoft.com/office/powerpoint/2010/main" val="288421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9F5B50-1F45-39BB-44E2-6EA4D0E6311E}"/>
              </a:ext>
            </a:extLst>
          </p:cNvPr>
          <p:cNvSpPr txBox="1"/>
          <p:nvPr/>
        </p:nvSpPr>
        <p:spPr>
          <a:xfrm>
            <a:off x="732544" y="1028343"/>
            <a:ext cx="10726911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Why a Server is Required Instead of Just a Laptop or Personal Computer 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24/7 Availability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Servers are designed to run continuously without shutdown, while laptops/PCs are usually used for personal tasks and not meant for constant operation.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Higher Reliability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Servers use enterprise-grade hardware (ECC RAM, RAID storage) to reduce crashes and data loss.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Better Performance for Many Users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A server can handle multiple users or requests simultaneously, while a laptop/PC is optimized for a single user.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Centralized Resource Management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Servers store applications, databases, and files in one place so many users or systems can access them.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Scalability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Servers can be upgraded easily (more CPU, RAM, storage) to handle increased traffic or workload.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Advanced Security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Servers include strong security controls like firewalls, access control, and monitoring to protect data.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Backup and Data Protection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Servers support automated backups, redundancy, and disaster recovery features.</a:t>
            </a:r>
          </a:p>
          <a:p>
            <a:pPr>
              <a:buFont typeface="+mj-lt"/>
              <a:buAutoNum type="arabicPeriod"/>
            </a:pPr>
            <a:endParaRPr lang="en-US" sz="14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Network Services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– Servers run important services like web hosting, databases, authentication, and APIs for other systems or users.</a:t>
            </a:r>
          </a:p>
        </p:txBody>
      </p:sp>
    </p:spTree>
    <p:extLst>
      <p:ext uri="{BB962C8B-B14F-4D97-AF65-F5344CB8AC3E}">
        <p14:creationId xmlns:p14="http://schemas.microsoft.com/office/powerpoint/2010/main" val="128760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9C5245-6CBF-4393-E964-510D45A43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042" y="1042146"/>
            <a:ext cx="9164329" cy="1162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3DF86-9CD2-1E4D-AB85-58B1FEEEC1A6}"/>
              </a:ext>
            </a:extLst>
          </p:cNvPr>
          <p:cNvSpPr txBox="1"/>
          <p:nvPr/>
        </p:nvSpPr>
        <p:spPr>
          <a:xfrm>
            <a:off x="1346306" y="2884731"/>
            <a:ext cx="9499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Kubectl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auth can-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i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get pods -- as=&lt;service account name&gt; -n 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namespoace</a:t>
            </a:r>
            <a:endParaRPr lang="en-US" sz="1800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9FCE4-48D9-A266-7A48-A34D1D9E00F7}"/>
              </a:ext>
            </a:extLst>
          </p:cNvPr>
          <p:cNvSpPr txBox="1"/>
          <p:nvPr/>
        </p:nvSpPr>
        <p:spPr>
          <a:xfrm>
            <a:off x="1346306" y="3603938"/>
            <a:ext cx="9499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Kubectl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auth can-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i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&lt;verb&gt; &lt;Resources&gt; 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-- as=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Congenial SemiBold" panose="02000503040000020004" pitchFamily="2" charset="0"/>
              </a:rPr>
              <a:t>&lt;service account name&gt; 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-n namespace</a:t>
            </a:r>
          </a:p>
        </p:txBody>
      </p:sp>
    </p:spTree>
    <p:extLst>
      <p:ext uri="{BB962C8B-B14F-4D97-AF65-F5344CB8AC3E}">
        <p14:creationId xmlns:p14="http://schemas.microsoft.com/office/powerpoint/2010/main" val="199400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EC43D9-F5EF-0536-DFF4-33081264B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5" b="1989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8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40D4C7-49A4-855F-FE34-4CA241D01CD4}"/>
              </a:ext>
            </a:extLst>
          </p:cNvPr>
          <p:cNvSpPr txBox="1"/>
          <p:nvPr/>
        </p:nvSpPr>
        <p:spPr>
          <a:xfrm>
            <a:off x="1442356" y="1817023"/>
            <a:ext cx="95765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Kubernetes History 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– Traditional server, VM Ware, cloud, DevOps (SDLC) – Docker &amp; Kubernetes 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Kubernetes Role and Advantage – microservices, Auto Scaling &amp; Self healing 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Kubernetes Architecture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Kubernetes Types</a:t>
            </a:r>
          </a:p>
          <a:p>
            <a:r>
              <a:rPr lang="en-IN" dirty="0" err="1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Kubeadm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 (multiple EC2) , Kind Cluster (K8S in Docker, Mini Kube (Local or single EC2)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Managed Cloud Services: EKS, AKS &amp; GKE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Setup &amp; Install  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Resources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EF18B-5AF9-B8FA-DA2F-2B92BF0078E0}"/>
              </a:ext>
            </a:extLst>
          </p:cNvPr>
          <p:cNvSpPr txBox="1"/>
          <p:nvPr/>
        </p:nvSpPr>
        <p:spPr>
          <a:xfrm>
            <a:off x="1481097" y="579894"/>
            <a:ext cx="609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Congenial SemiBold" panose="02000503040000020004" pitchFamily="2" charset="0"/>
              </a:rPr>
              <a:t>Level 1  Kubernetes Basics  </a:t>
            </a:r>
          </a:p>
        </p:txBody>
      </p:sp>
    </p:spTree>
    <p:extLst>
      <p:ext uri="{BB962C8B-B14F-4D97-AF65-F5344CB8AC3E}">
        <p14:creationId xmlns:p14="http://schemas.microsoft.com/office/powerpoint/2010/main" val="129248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DEDF-ADF4-4C31-73FA-452B0FBEE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E6982A-E5A2-70C9-182E-4741CF8698EF}"/>
              </a:ext>
            </a:extLst>
          </p:cNvPr>
          <p:cNvSpPr txBox="1"/>
          <p:nvPr/>
        </p:nvSpPr>
        <p:spPr>
          <a:xfrm>
            <a:off x="1442357" y="1817023"/>
            <a:ext cx="93072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Workload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Storage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Network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Scaling 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RBAC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CRD – Customer Resources Definition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Cluster Upgrade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FCE6D-449A-4DE3-17B2-4199F7725C9D}"/>
              </a:ext>
            </a:extLst>
          </p:cNvPr>
          <p:cNvSpPr txBox="1"/>
          <p:nvPr/>
        </p:nvSpPr>
        <p:spPr>
          <a:xfrm>
            <a:off x="1481097" y="579894"/>
            <a:ext cx="9806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Congenial SemiBold" panose="02000503040000020004" pitchFamily="2" charset="0"/>
              </a:rPr>
              <a:t>Level 2  Kubernetes Workload &amp; Network  </a:t>
            </a:r>
          </a:p>
        </p:txBody>
      </p:sp>
    </p:spTree>
    <p:extLst>
      <p:ext uri="{BB962C8B-B14F-4D97-AF65-F5344CB8AC3E}">
        <p14:creationId xmlns:p14="http://schemas.microsoft.com/office/powerpoint/2010/main" val="2629999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551C0-3145-DDD1-370A-43A4E65C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6C2C7B-EEA2-01F3-D6BD-C6E0F7E089C4}"/>
              </a:ext>
            </a:extLst>
          </p:cNvPr>
          <p:cNvSpPr txBox="1"/>
          <p:nvPr/>
        </p:nvSpPr>
        <p:spPr>
          <a:xfrm>
            <a:off x="1442357" y="1817023"/>
            <a:ext cx="93072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Helm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Operators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Service Mesh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Kubernetes API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Monitoring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AD54E-E176-DF2C-7904-5E53D5D424D5}"/>
              </a:ext>
            </a:extLst>
          </p:cNvPr>
          <p:cNvSpPr txBox="1"/>
          <p:nvPr/>
        </p:nvSpPr>
        <p:spPr>
          <a:xfrm>
            <a:off x="1481097" y="579894"/>
            <a:ext cx="9806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Congenial SemiBold" panose="02000503040000020004" pitchFamily="2" charset="0"/>
              </a:rPr>
              <a:t>Level 3  Advance</a:t>
            </a:r>
          </a:p>
        </p:txBody>
      </p:sp>
    </p:spTree>
    <p:extLst>
      <p:ext uri="{BB962C8B-B14F-4D97-AF65-F5344CB8AC3E}">
        <p14:creationId xmlns:p14="http://schemas.microsoft.com/office/powerpoint/2010/main" val="204473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B6CB0-A684-C7F0-D1D9-D9DDBBD39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30146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Congenial SemiBold" panose="02000503040000020004" pitchFamily="2" charset="0"/>
              </a:rPr>
              <a:t>Traditional Server &amp; VM Ware</a:t>
            </a:r>
          </a:p>
          <a:p>
            <a:endParaRPr lang="en-IN" dirty="0">
              <a:latin typeface="Congenial SemiBold" panose="02000503040000020004" pitchFamily="2" charset="0"/>
            </a:endParaRPr>
          </a:p>
          <a:p>
            <a:r>
              <a:rPr lang="en-IN" dirty="0">
                <a:latin typeface="Congenial SemiBold" panose="02000503040000020004" pitchFamily="2" charset="0"/>
              </a:rPr>
              <a:t>Cloud</a:t>
            </a:r>
          </a:p>
          <a:p>
            <a:endParaRPr lang="en-IN" dirty="0">
              <a:latin typeface="Congenial SemiBold" panose="02000503040000020004" pitchFamily="2" charset="0"/>
            </a:endParaRPr>
          </a:p>
          <a:p>
            <a:r>
              <a:rPr lang="en-IN" dirty="0">
                <a:latin typeface="Congenial SemiBold" panose="02000503040000020004" pitchFamily="2" charset="0"/>
              </a:rPr>
              <a:t>DevOps (SDLC)</a:t>
            </a:r>
          </a:p>
          <a:p>
            <a:endParaRPr lang="en-IN" dirty="0">
              <a:latin typeface="Congenial SemiBold" panose="02000503040000020004" pitchFamily="2" charset="0"/>
            </a:endParaRPr>
          </a:p>
          <a:p>
            <a:pPr lvl="1"/>
            <a:r>
              <a:rPr lang="en-IN" dirty="0">
                <a:latin typeface="Congenial SemiBold" panose="02000503040000020004" pitchFamily="2" charset="0"/>
              </a:rPr>
              <a:t>Docker</a:t>
            </a:r>
          </a:p>
          <a:p>
            <a:endParaRPr lang="en-IN" dirty="0">
              <a:latin typeface="Congenial SemiBold" panose="02000503040000020004" pitchFamily="2" charset="0"/>
            </a:endParaRPr>
          </a:p>
          <a:p>
            <a:pPr lvl="1"/>
            <a:r>
              <a:rPr lang="en-IN" dirty="0">
                <a:latin typeface="Congenial SemiBold" panose="02000503040000020004" pitchFamily="2" charset="0"/>
              </a:rPr>
              <a:t>Kubernetes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0F1DE-CD8E-B263-19A6-3483CC3369BD}"/>
              </a:ext>
            </a:extLst>
          </p:cNvPr>
          <p:cNvSpPr txBox="1">
            <a:spLocks/>
          </p:cNvSpPr>
          <p:nvPr/>
        </p:nvSpPr>
        <p:spPr>
          <a:xfrm>
            <a:off x="4612982" y="461042"/>
            <a:ext cx="6321398" cy="920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KUBERNETES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0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43E6FA-AAB3-37AA-F46D-FC52E2AE82F4}"/>
              </a:ext>
            </a:extLst>
          </p:cNvPr>
          <p:cNvSpPr txBox="1"/>
          <p:nvPr/>
        </p:nvSpPr>
        <p:spPr>
          <a:xfrm>
            <a:off x="466805" y="1593066"/>
            <a:ext cx="352889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ngenial" panose="02000503040000020004" pitchFamily="2" charset="0"/>
              </a:rPr>
              <a:t>Physical Server (Hardware)</a:t>
            </a:r>
          </a:p>
          <a:p>
            <a:pPr>
              <a:buNone/>
            </a:pPr>
            <a:endParaRPr lang="en-US" b="1" dirty="0">
              <a:latin typeface="Congenial" panose="02000503040000020004" pitchFamily="2" charset="0"/>
            </a:endParaRPr>
          </a:p>
          <a:p>
            <a:pPr>
              <a:buNone/>
            </a:pPr>
            <a:r>
              <a:rPr lang="en-US" dirty="0">
                <a:latin typeface="Congenial" panose="02000503040000020004" pitchFamily="2" charset="0"/>
              </a:rPr>
              <a:t>Company buys </a:t>
            </a:r>
            <a:r>
              <a:rPr lang="en-US" b="1" dirty="0">
                <a:latin typeface="Congenial" panose="02000503040000020004" pitchFamily="2" charset="0"/>
              </a:rPr>
              <a:t>server</a:t>
            </a:r>
            <a:r>
              <a:rPr lang="en-US" dirty="0">
                <a:latin typeface="Congenial" panose="02000503040000020004" pitchFamily="2" charset="0"/>
              </a:rPr>
              <a:t>.</a:t>
            </a:r>
          </a:p>
          <a:p>
            <a:pPr>
              <a:buNone/>
            </a:pPr>
            <a:r>
              <a:rPr lang="en-US" dirty="0">
                <a:latin typeface="Congenial" panose="02000503040000020004" pitchFamily="2" charset="0"/>
              </a:rPr>
              <a:t>This server usually sits in </a:t>
            </a:r>
            <a:r>
              <a:rPr lang="en-US" b="1" dirty="0">
                <a:latin typeface="Congenial" panose="02000503040000020004" pitchFamily="2" charset="0"/>
              </a:rPr>
              <a:t>data center </a:t>
            </a:r>
            <a:r>
              <a:rPr lang="en-US" dirty="0">
                <a:latin typeface="Congenial" panose="02000503040000020004" pitchFamily="2" charset="0"/>
              </a:rPr>
              <a:t>or company’s </a:t>
            </a:r>
            <a:r>
              <a:rPr lang="en-US" b="1" dirty="0">
                <a:latin typeface="Congenial" panose="02000503040000020004" pitchFamily="2" charset="0"/>
              </a:rPr>
              <a:t>server room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ongenial" panose="02000503040000020004" pitchFamily="2" charset="0"/>
            </a:endParaRPr>
          </a:p>
          <a:p>
            <a:pPr>
              <a:buNone/>
            </a:pPr>
            <a:r>
              <a:rPr lang="en-US" dirty="0">
                <a:latin typeface="Congenial" panose="02000503040000020004" pitchFamily="2" charset="0"/>
              </a:rPr>
              <a:t>The server contains: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genial" panose="02000503040000020004" pitchFamily="2" charset="0"/>
              </a:rPr>
              <a:t>CPU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genial" panose="02000503040000020004" pitchFamily="2" charset="0"/>
              </a:rPr>
              <a:t>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genial" panose="02000503040000020004" pitchFamily="2" charset="0"/>
              </a:rPr>
              <a:t>Hard Disk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ngenial" panose="02000503040000020004" pitchFamily="2" charset="0"/>
              </a:rPr>
              <a:t>Network connection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ongenial" panose="02000503040000020004" pitchFamily="2" charset="0"/>
            </a:endParaRPr>
          </a:p>
          <a:p>
            <a:pPr>
              <a:buNone/>
            </a:pPr>
            <a:r>
              <a:rPr lang="en-US" dirty="0">
                <a:latin typeface="Congenial" panose="02000503040000020004" pitchFamily="2" charset="0"/>
              </a:rPr>
              <a:t>Everything runs on </a:t>
            </a:r>
            <a:r>
              <a:rPr lang="en-US" b="1" dirty="0">
                <a:latin typeface="Congenial" panose="02000503040000020004" pitchFamily="2" charset="0"/>
              </a:rPr>
              <a:t>one machine</a:t>
            </a:r>
            <a:r>
              <a:rPr lang="en-US" dirty="0">
                <a:latin typeface="Congenial" panose="02000503040000020004" pitchFamily="2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D3154-703A-BB7C-A2FF-22617DCDBE00}"/>
              </a:ext>
            </a:extLst>
          </p:cNvPr>
          <p:cNvSpPr txBox="1"/>
          <p:nvPr/>
        </p:nvSpPr>
        <p:spPr>
          <a:xfrm>
            <a:off x="3995697" y="1593066"/>
            <a:ext cx="390541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ongenial" panose="02000503040000020004" pitchFamily="2" charset="0"/>
              </a:rPr>
              <a:t>Application / Website is Deployed</a:t>
            </a:r>
          </a:p>
          <a:p>
            <a:pPr>
              <a:buNone/>
            </a:pPr>
            <a:endParaRPr lang="en-IN" b="1" dirty="0">
              <a:latin typeface="Congenial" panose="02000503040000020004" pitchFamily="2" charset="0"/>
            </a:endParaRPr>
          </a:p>
          <a:p>
            <a:pPr>
              <a:buNone/>
            </a:pPr>
            <a:r>
              <a:rPr lang="en-IN" dirty="0">
                <a:latin typeface="Congenial" panose="02000503040000020004" pitchFamily="2" charset="0"/>
              </a:rPr>
              <a:t>Developers build a website or application using technologies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ngenial" panose="02000503040000020004" pitchFamily="2" charset="0"/>
              </a:rPr>
              <a:t>Node.js</a:t>
            </a:r>
            <a:endParaRPr lang="en-IN" dirty="0">
              <a:latin typeface="Congenial" panose="0200050304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ngenial" panose="02000503040000020004" pitchFamily="2" charset="0"/>
              </a:rPr>
              <a:t>.NET</a:t>
            </a:r>
            <a:endParaRPr lang="en-IN" dirty="0">
              <a:latin typeface="Congenial" panose="0200050304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ngenial" panose="02000503040000020004" pitchFamily="2" charset="0"/>
              </a:rPr>
              <a:t>PHP</a:t>
            </a:r>
            <a:endParaRPr lang="en-IN" dirty="0">
              <a:latin typeface="Congenial" panose="0200050304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ngenial" panose="02000503040000020004" pitchFamily="2" charset="0"/>
              </a:rPr>
              <a:t>Java</a:t>
            </a:r>
            <a:endParaRPr lang="en-IN" dirty="0">
              <a:latin typeface="Congenial" panose="0200050304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Congenial" panose="02000503040000020004" pitchFamily="2" charset="0"/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Congenial" panose="02000503040000020004" pitchFamily="2" charset="0"/>
            </a:endParaRPr>
          </a:p>
          <a:p>
            <a:pPr>
              <a:buNone/>
            </a:pPr>
            <a:r>
              <a:rPr lang="en-IN" dirty="0">
                <a:latin typeface="Congenial" panose="02000503040000020004" pitchFamily="2" charset="0"/>
              </a:rPr>
              <a:t>The application is then </a:t>
            </a:r>
            <a:r>
              <a:rPr lang="en-IN" b="1" dirty="0">
                <a:latin typeface="Congenial" panose="02000503040000020004" pitchFamily="2" charset="0"/>
              </a:rPr>
              <a:t>installed (deployed)</a:t>
            </a:r>
            <a:r>
              <a:rPr lang="en-IN" dirty="0">
                <a:latin typeface="Congenial" panose="02000503040000020004" pitchFamily="2" charset="0"/>
              </a:rPr>
              <a:t> on the server.</a:t>
            </a:r>
          </a:p>
          <a:p>
            <a:pPr>
              <a:buNone/>
            </a:pPr>
            <a:r>
              <a:rPr lang="en-IN" dirty="0">
                <a:latin typeface="Congenial" panose="02000503040000020004" pitchFamily="2" charset="0"/>
              </a:rPr>
              <a:t>Example stack: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ngenial" panose="02000503040000020004" pitchFamily="2" charset="0"/>
              </a:rPr>
              <a:t>OS → Linux / Windows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ngenial" panose="02000503040000020004" pitchFamily="2" charset="0"/>
              </a:rPr>
              <a:t>Web Server → Apache / Nginx / IIS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ngenial" panose="02000503040000020004" pitchFamily="2" charset="0"/>
              </a:rPr>
              <a:t>Application → Node.js / .NET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ngenial" panose="02000503040000020004" pitchFamily="2" charset="0"/>
              </a:rPr>
              <a:t>Database → MySQL / SQL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A3474-2A1E-5E8B-DF29-80799B017211}"/>
              </a:ext>
            </a:extLst>
          </p:cNvPr>
          <p:cNvSpPr txBox="1"/>
          <p:nvPr/>
        </p:nvSpPr>
        <p:spPr>
          <a:xfrm>
            <a:off x="3047360" y="632543"/>
            <a:ext cx="6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Congenial SemiBold" panose="02000503040000020004" pitchFamily="2" charset="0"/>
              </a:rPr>
              <a:t>Traditional Server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7D446-C27C-7BD4-6FFB-9951411D5DED}"/>
              </a:ext>
            </a:extLst>
          </p:cNvPr>
          <p:cNvSpPr txBox="1"/>
          <p:nvPr/>
        </p:nvSpPr>
        <p:spPr>
          <a:xfrm>
            <a:off x="8250731" y="1593066"/>
            <a:ext cx="3474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ongenial" panose="02000503040000020004" pitchFamily="2" charset="0"/>
              </a:rPr>
              <a:t>Domain Name</a:t>
            </a:r>
          </a:p>
          <a:p>
            <a:endParaRPr lang="en-IN" b="1" dirty="0">
              <a:latin typeface="Congenial" panose="02000503040000020004" pitchFamily="2" charset="0"/>
            </a:endParaRPr>
          </a:p>
          <a:p>
            <a:r>
              <a:rPr lang="en-US" dirty="0">
                <a:latin typeface="Congenial" panose="02000503040000020004" pitchFamily="2" charset="0"/>
              </a:rPr>
              <a:t>Every server has an IP Address connected to Domain Name using DNS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IN" dirty="0">
                <a:latin typeface="Congenial" panose="02000503040000020004" pitchFamily="2" charset="0"/>
              </a:rPr>
              <a:t>Example</a:t>
            </a:r>
          </a:p>
          <a:p>
            <a:r>
              <a:rPr lang="en-US" dirty="0">
                <a:latin typeface="Congenial" panose="02000503040000020004" pitchFamily="2" charset="0"/>
              </a:rPr>
              <a:t>Server IP: 192.168.1.10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r>
              <a:rPr lang="en-US" dirty="0">
                <a:latin typeface="Congenial" panose="02000503040000020004" pitchFamily="2" charset="0"/>
              </a:rPr>
              <a:t>www.mariettyjt.com</a:t>
            </a:r>
          </a:p>
          <a:p>
            <a:endParaRPr lang="en-US" dirty="0">
              <a:latin typeface="Congenial" panose="02000503040000020004" pitchFamily="2" charset="0"/>
            </a:endParaRPr>
          </a:p>
          <a:p>
            <a:endParaRPr lang="en-IN" dirty="0">
              <a:latin typeface="Congenial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423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A5F40E-A615-D19D-0392-C12C2E13BFE7}"/>
              </a:ext>
            </a:extLst>
          </p:cNvPr>
          <p:cNvSpPr txBox="1"/>
          <p:nvPr/>
        </p:nvSpPr>
        <p:spPr>
          <a:xfrm>
            <a:off x="3047360" y="335845"/>
            <a:ext cx="609728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Congenial" panose="02000503040000020004" pitchFamily="2" charset="0"/>
              </a:rPr>
              <a:t>User Browser</a:t>
            </a:r>
          </a:p>
          <a:p>
            <a:pPr algn="ctr"/>
            <a:r>
              <a:rPr lang="en-IN" dirty="0">
                <a:latin typeface="Congenial" panose="02000503040000020004" pitchFamily="2" charset="0"/>
              </a:rPr>
              <a:t>     ↓</a:t>
            </a:r>
          </a:p>
          <a:p>
            <a:pPr algn="ctr"/>
            <a:endParaRPr lang="en-IN" dirty="0">
              <a:latin typeface="Congenial" panose="02000503040000020004" pitchFamily="2" charset="0"/>
            </a:endParaRPr>
          </a:p>
          <a:p>
            <a:pPr algn="ctr"/>
            <a:r>
              <a:rPr lang="en-IN" dirty="0">
                <a:latin typeface="Congenial" panose="02000503040000020004" pitchFamily="2" charset="0"/>
              </a:rPr>
              <a:t>Domain Name (example.com)</a:t>
            </a:r>
          </a:p>
          <a:p>
            <a:pPr algn="ctr"/>
            <a:r>
              <a:rPr lang="en-IN" dirty="0">
                <a:latin typeface="Congenial" panose="02000503040000020004" pitchFamily="2" charset="0"/>
              </a:rPr>
              <a:t>     ↓</a:t>
            </a:r>
          </a:p>
          <a:p>
            <a:pPr algn="ctr"/>
            <a:endParaRPr lang="en-IN" dirty="0">
              <a:latin typeface="Congenial" panose="02000503040000020004" pitchFamily="2" charset="0"/>
            </a:endParaRPr>
          </a:p>
          <a:p>
            <a:pPr algn="ctr"/>
            <a:r>
              <a:rPr lang="en-IN" dirty="0">
                <a:latin typeface="Congenial" panose="02000503040000020004" pitchFamily="2" charset="0"/>
              </a:rPr>
              <a:t>DNS → Server IP</a:t>
            </a:r>
          </a:p>
          <a:p>
            <a:pPr algn="ctr"/>
            <a:r>
              <a:rPr lang="en-IN" dirty="0">
                <a:latin typeface="Congenial" panose="02000503040000020004" pitchFamily="2" charset="0"/>
              </a:rPr>
              <a:t>     ↓</a:t>
            </a:r>
          </a:p>
          <a:p>
            <a:pPr algn="ctr"/>
            <a:endParaRPr lang="en-IN" dirty="0">
              <a:latin typeface="Congenial" panose="02000503040000020004" pitchFamily="2" charset="0"/>
            </a:endParaRPr>
          </a:p>
          <a:p>
            <a:pPr algn="ctr"/>
            <a:r>
              <a:rPr lang="en-IN" dirty="0">
                <a:latin typeface="Congenial" panose="02000503040000020004" pitchFamily="2" charset="0"/>
              </a:rPr>
              <a:t>Physical Server</a:t>
            </a:r>
          </a:p>
          <a:p>
            <a:pPr algn="ctr"/>
            <a:r>
              <a:rPr lang="en-IN" dirty="0">
                <a:latin typeface="Congenial" panose="02000503040000020004" pitchFamily="2" charset="0"/>
              </a:rPr>
              <a:t>     ↓</a:t>
            </a:r>
          </a:p>
          <a:p>
            <a:pPr algn="ctr"/>
            <a:endParaRPr lang="en-IN" dirty="0">
              <a:latin typeface="Congenial" panose="02000503040000020004" pitchFamily="2" charset="0"/>
            </a:endParaRPr>
          </a:p>
          <a:p>
            <a:pPr algn="ctr"/>
            <a:r>
              <a:rPr lang="en-IN" dirty="0">
                <a:latin typeface="Congenial" panose="02000503040000020004" pitchFamily="2" charset="0"/>
              </a:rPr>
              <a:t>Web Server (Apache / IIS / Nginx)</a:t>
            </a:r>
          </a:p>
          <a:p>
            <a:pPr algn="ctr"/>
            <a:r>
              <a:rPr lang="en-IN" dirty="0">
                <a:latin typeface="Congenial" panose="02000503040000020004" pitchFamily="2" charset="0"/>
              </a:rPr>
              <a:t>     ↓</a:t>
            </a:r>
          </a:p>
          <a:p>
            <a:pPr algn="ctr"/>
            <a:endParaRPr lang="en-IN" dirty="0">
              <a:latin typeface="Congenial" panose="02000503040000020004" pitchFamily="2" charset="0"/>
            </a:endParaRPr>
          </a:p>
          <a:p>
            <a:pPr algn="ctr"/>
            <a:r>
              <a:rPr lang="en-IN" dirty="0">
                <a:latin typeface="Congenial" panose="02000503040000020004" pitchFamily="2" charset="0"/>
              </a:rPr>
              <a:t>Application (.NET / Node.js)</a:t>
            </a:r>
          </a:p>
          <a:p>
            <a:pPr algn="ctr"/>
            <a:r>
              <a:rPr lang="en-IN" dirty="0">
                <a:latin typeface="Congenial" panose="02000503040000020004" pitchFamily="2" charset="0"/>
              </a:rPr>
              <a:t>     ↓</a:t>
            </a:r>
          </a:p>
          <a:p>
            <a:pPr algn="ctr"/>
            <a:endParaRPr lang="en-IN" dirty="0">
              <a:latin typeface="Congenial" panose="02000503040000020004" pitchFamily="2" charset="0"/>
            </a:endParaRPr>
          </a:p>
          <a:p>
            <a:pPr algn="ctr"/>
            <a:r>
              <a:rPr lang="en-IN" dirty="0">
                <a:latin typeface="Congenial" panose="02000503040000020004" pitchFamily="2" charset="0"/>
              </a:rPr>
              <a:t>Database</a:t>
            </a:r>
          </a:p>
          <a:p>
            <a:pPr algn="ctr"/>
            <a:r>
              <a:rPr lang="en-IN" dirty="0">
                <a:latin typeface="Congenial" panose="02000503040000020004" pitchFamily="2" charset="0"/>
              </a:rPr>
              <a:t>     ↓</a:t>
            </a:r>
          </a:p>
          <a:p>
            <a:pPr algn="ctr"/>
            <a:endParaRPr lang="en-IN" dirty="0">
              <a:latin typeface="Congenial" panose="02000503040000020004" pitchFamily="2" charset="0"/>
            </a:endParaRPr>
          </a:p>
          <a:p>
            <a:pPr algn="ctr"/>
            <a:r>
              <a:rPr lang="en-IN" dirty="0">
                <a:latin typeface="Congenial" panose="02000503040000020004" pitchFamily="2" charset="0"/>
              </a:rPr>
              <a:t>Response to User</a:t>
            </a:r>
          </a:p>
        </p:txBody>
      </p:sp>
    </p:spTree>
    <p:extLst>
      <p:ext uri="{BB962C8B-B14F-4D97-AF65-F5344CB8AC3E}">
        <p14:creationId xmlns:p14="http://schemas.microsoft.com/office/powerpoint/2010/main" val="847830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738A-AC84-BB00-E594-E2DF9C98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Kubernetes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D470-E592-7D5C-104F-E0C4F030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57605" cy="4351338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Basic </a:t>
            </a:r>
          </a:p>
          <a:p>
            <a:pPr marL="0" indent="0">
              <a:spcBef>
                <a:spcPts val="300"/>
              </a:spcBef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Microservices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Self healing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Auto Scaling</a:t>
            </a:r>
          </a:p>
          <a:p>
            <a:pPr marL="0" indent="0">
              <a:spcBef>
                <a:spcPts val="300"/>
              </a:spcBef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Architecture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Install Setup types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(</a:t>
            </a:r>
            <a:r>
              <a:rPr lang="en-IN" sz="1400" dirty="0" err="1">
                <a:latin typeface="Congenial SemiBold" panose="02000503040000020004" pitchFamily="2" charset="0"/>
              </a:rPr>
              <a:t>Kubeadm</a:t>
            </a:r>
            <a:r>
              <a:rPr lang="en-IN" sz="1400" dirty="0">
                <a:latin typeface="Congenial SemiBold" panose="02000503040000020004" pitchFamily="2" charset="0"/>
              </a:rPr>
              <a:t>. Mini Kube, Kind)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(Cloud: EKS, AKS </a:t>
            </a:r>
            <a:r>
              <a:rPr lang="en-IN" sz="1400">
                <a:latin typeface="Congenial SemiBold" panose="02000503040000020004" pitchFamily="2" charset="0"/>
              </a:rPr>
              <a:t>&amp; GKE etc</a:t>
            </a:r>
            <a:r>
              <a:rPr lang="en-IN" sz="1400" dirty="0">
                <a:latin typeface="Congenial SemiBold" panose="02000503040000020004" pitchFamily="2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Resources</a:t>
            </a:r>
          </a:p>
          <a:p>
            <a:pPr marL="0" indent="0">
              <a:spcBef>
                <a:spcPts val="300"/>
              </a:spcBef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Workload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Network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Storage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400" dirty="0">
                <a:latin typeface="Congenial SemiBold" panose="02000503040000020004" pitchFamily="2" charset="0"/>
              </a:rPr>
              <a:t>Scaling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D4B595-6810-54BA-AD39-0C37554823ED}"/>
              </a:ext>
            </a:extLst>
          </p:cNvPr>
          <p:cNvSpPr txBox="1">
            <a:spLocks/>
          </p:cNvSpPr>
          <p:nvPr/>
        </p:nvSpPr>
        <p:spPr>
          <a:xfrm>
            <a:off x="4263998" y="1825625"/>
            <a:ext cx="30576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genial SemiBold" panose="02000503040000020004" pitchFamily="2" charset="0"/>
              </a:rPr>
              <a:t>Advance</a:t>
            </a: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genial SemiBold" panose="02000503040000020004" pitchFamily="2" charset="0"/>
              </a:rPr>
              <a:t>RBAC</a:t>
            </a: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genial SemiBold" panose="02000503040000020004" pitchFamily="2" charset="0"/>
              </a:rPr>
              <a:t>Service mesh</a:t>
            </a: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genial SemiBold" panose="02000503040000020004" pitchFamily="2" charset="0"/>
              </a:rPr>
              <a:t>CRD</a:t>
            </a: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genial SemiBold" panose="02000503040000020004" pitchFamily="2" charset="0"/>
              </a:rPr>
              <a:t>Helm</a:t>
            </a: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genial SemiBold" panose="02000503040000020004" pitchFamily="2" charset="0"/>
              </a:rPr>
              <a:t>Monitoring</a:t>
            </a: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spcBef>
                <a:spcPts val="300"/>
              </a:spcBef>
              <a:buFont typeface="Arial" panose="020B0604020202020204" pitchFamily="34" charset="0"/>
              <a:buNone/>
            </a:pPr>
            <a:endParaRPr lang="en-IN" sz="1400" dirty="0">
              <a:latin typeface="Congenial SemiBold" panose="02000503040000020004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971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065E61-7408-C76E-2844-59D566E65981}"/>
              </a:ext>
            </a:extLst>
          </p:cNvPr>
          <p:cNvSpPr txBox="1">
            <a:spLocks/>
          </p:cNvSpPr>
          <p:nvPr/>
        </p:nvSpPr>
        <p:spPr>
          <a:xfrm>
            <a:off x="1084729" y="1564368"/>
            <a:ext cx="44637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genial" panose="02000503040000020004" pitchFamily="2" charset="0"/>
              </a:rPr>
              <a:t>To design, develop, test, and deploy high-quality software efficiently.</a:t>
            </a:r>
          </a:p>
          <a:p>
            <a:pPr marL="0" indent="0">
              <a:buNone/>
            </a:pPr>
            <a:endParaRPr lang="en-US" sz="2400" dirty="0">
              <a:latin typeface="Congenial" panose="02000503040000020004" pitchFamily="2" charset="0"/>
            </a:endParaRPr>
          </a:p>
          <a:p>
            <a:pPr>
              <a:lnSpc>
                <a:spcPct val="70000"/>
              </a:lnSpc>
            </a:pPr>
            <a:r>
              <a:rPr lang="en-IN" sz="2400" dirty="0">
                <a:latin typeface="Congenial" panose="02000503040000020004" pitchFamily="2" charset="0"/>
              </a:rPr>
              <a:t>Agile Model</a:t>
            </a:r>
          </a:p>
          <a:p>
            <a:pPr>
              <a:lnSpc>
                <a:spcPct val="70000"/>
              </a:lnSpc>
            </a:pPr>
            <a:r>
              <a:rPr lang="en-IN" sz="2400" dirty="0">
                <a:latin typeface="Congenial" panose="02000503040000020004" pitchFamily="2" charset="0"/>
              </a:rPr>
              <a:t>Waterfall Model</a:t>
            </a:r>
          </a:p>
          <a:p>
            <a:pPr>
              <a:lnSpc>
                <a:spcPct val="70000"/>
              </a:lnSpc>
            </a:pPr>
            <a:r>
              <a:rPr lang="en-IN" sz="2400" dirty="0">
                <a:latin typeface="Congenial" panose="02000503040000020004" pitchFamily="2" charset="0"/>
              </a:rPr>
              <a:t>DevOps</a:t>
            </a:r>
          </a:p>
          <a:p>
            <a:pPr>
              <a:lnSpc>
                <a:spcPct val="70000"/>
              </a:lnSpc>
            </a:pPr>
            <a:r>
              <a:rPr lang="en-IN" sz="2400" dirty="0">
                <a:latin typeface="Congenial" panose="02000503040000020004" pitchFamily="2" charset="0"/>
              </a:rPr>
              <a:t>Spiral Model</a:t>
            </a:r>
          </a:p>
          <a:p>
            <a:pPr>
              <a:lnSpc>
                <a:spcPct val="70000"/>
              </a:lnSpc>
            </a:pPr>
            <a:r>
              <a:rPr lang="en-IN" sz="2400" dirty="0">
                <a:latin typeface="Congenial" panose="02000503040000020004" pitchFamily="2" charset="0"/>
              </a:rPr>
              <a:t>Etc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9FFB8B-CAC7-6D55-A57A-71FA260EA8DD}"/>
              </a:ext>
            </a:extLst>
          </p:cNvPr>
          <p:cNvSpPr txBox="1">
            <a:spLocks/>
          </p:cNvSpPr>
          <p:nvPr/>
        </p:nvSpPr>
        <p:spPr>
          <a:xfrm>
            <a:off x="1112903" y="111551"/>
            <a:ext cx="44074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900" dirty="0">
                <a:latin typeface="Congenial SemiBold" panose="02000503040000020004" pitchFamily="2" charset="0"/>
              </a:rPr>
              <a:t>SDLC</a:t>
            </a:r>
          </a:p>
        </p:txBody>
      </p:sp>
    </p:spTree>
    <p:extLst>
      <p:ext uri="{BB962C8B-B14F-4D97-AF65-F5344CB8AC3E}">
        <p14:creationId xmlns:p14="http://schemas.microsoft.com/office/powerpoint/2010/main" val="1894418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463D1-A326-7E59-B0C7-43F180D5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3505-83BA-B47D-262D-E97375F5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11"/>
            <a:ext cx="5257800" cy="695272"/>
          </a:xfrm>
        </p:spPr>
        <p:txBody>
          <a:bodyPr>
            <a:normAutofit/>
          </a:bodyPr>
          <a:lstStyle/>
          <a:p>
            <a:r>
              <a:rPr lang="en-IN" sz="2900" dirty="0">
                <a:latin typeface="Congenial SemiBold" panose="02000503040000020004" pitchFamily="2" charset="0"/>
              </a:rPr>
              <a:t>Important DevOps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3823-0A30-EEC5-3CDD-E5187B18F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013" y="1591460"/>
            <a:ext cx="4753856" cy="4701629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Git, GitHub – </a:t>
            </a:r>
            <a:r>
              <a:rPr lang="en-IN" sz="2100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Repository 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Docker, </a:t>
            </a:r>
            <a:r>
              <a:rPr lang="en-IN" b="1" dirty="0" err="1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DockerHub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 - </a:t>
            </a:r>
            <a:r>
              <a:rPr lang="en-IN" sz="2100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Container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Kubernetes – </a:t>
            </a:r>
            <a:r>
              <a:rPr lang="en-IN" sz="2100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Cluster</a:t>
            </a:r>
          </a:p>
          <a:p>
            <a:r>
              <a:rPr lang="en-IN" dirty="0">
                <a:latin typeface="Congenial" panose="02000503040000020004" pitchFamily="2" charset="0"/>
              </a:rPr>
              <a:t>Jenkins – </a:t>
            </a:r>
            <a:r>
              <a:rPr lang="en-IN" sz="2100" dirty="0">
                <a:latin typeface="Congenial" panose="02000503040000020004" pitchFamily="2" charset="0"/>
              </a:rPr>
              <a:t>CI/CD</a:t>
            </a:r>
          </a:p>
          <a:p>
            <a:endParaRPr lang="en-IN" dirty="0">
              <a:latin typeface="Congenial" panose="02000503040000020004" pitchFamily="2" charset="0"/>
            </a:endParaRPr>
          </a:p>
          <a:p>
            <a:pPr marL="0" indent="0">
              <a:buNone/>
            </a:pPr>
            <a:r>
              <a:rPr lang="en-IN" dirty="0">
                <a:latin typeface="Congenial" panose="02000503040000020004" pitchFamily="2" charset="0"/>
              </a:rPr>
              <a:t>IAC - Code as Infrastructure </a:t>
            </a:r>
          </a:p>
          <a:p>
            <a:r>
              <a:rPr lang="en-IN" dirty="0">
                <a:latin typeface="Congenial" panose="02000503040000020004" pitchFamily="2" charset="0"/>
              </a:rPr>
              <a:t>Terraform </a:t>
            </a:r>
          </a:p>
          <a:p>
            <a:r>
              <a:rPr lang="en-IN" dirty="0">
                <a:latin typeface="Congenial" panose="02000503040000020004" pitchFamily="2" charset="0"/>
              </a:rPr>
              <a:t>Ansible</a:t>
            </a:r>
          </a:p>
          <a:p>
            <a:endParaRPr lang="en-IN" dirty="0">
              <a:latin typeface="Congenial" panose="02000503040000020004" pitchFamily="2" charset="0"/>
            </a:endParaRPr>
          </a:p>
          <a:p>
            <a:pPr marL="0" indent="0">
              <a:buNone/>
            </a:pPr>
            <a:r>
              <a:rPr lang="en-IN" dirty="0">
                <a:latin typeface="Congenial" panose="02000503040000020004" pitchFamily="2" charset="0"/>
              </a:rPr>
              <a:t>Prerequires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Linux, 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Networking &amp; 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AWS Cloud </a:t>
            </a:r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A4E8D5-75C7-95C2-AAAF-359B51F9DB85}"/>
              </a:ext>
            </a:extLst>
          </p:cNvPr>
          <p:cNvSpPr txBox="1">
            <a:spLocks/>
          </p:cNvSpPr>
          <p:nvPr/>
        </p:nvSpPr>
        <p:spPr>
          <a:xfrm>
            <a:off x="6640286" y="1601508"/>
            <a:ext cx="44637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>
              <a:latin typeface="Congenial" panose="02000503040000020004" pitchFamily="2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IN" sz="2200" dirty="0">
                <a:latin typeface="Congenial" panose="02000503040000020004" pitchFamily="2" charset="0"/>
              </a:rPr>
              <a:t>Maven</a:t>
            </a:r>
          </a:p>
          <a:p>
            <a:pPr marL="0" indent="0">
              <a:buNone/>
            </a:pPr>
            <a:endParaRPr lang="en-IN" dirty="0">
              <a:latin typeface="Congenial" panose="02000503040000020004" pitchFamily="2" charset="0"/>
            </a:endParaRPr>
          </a:p>
          <a:p>
            <a:pPr marL="0" indent="0">
              <a:buNone/>
            </a:pPr>
            <a:r>
              <a:rPr lang="en-IN" sz="2200" dirty="0" err="1">
                <a:latin typeface="Congenial" panose="02000503040000020004" pitchFamily="2" charset="0"/>
              </a:rPr>
              <a:t>Trivy</a:t>
            </a:r>
            <a:endParaRPr lang="en-IN" sz="2200" dirty="0">
              <a:latin typeface="Congenial" panose="02000503040000020004" pitchFamily="2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IN" sz="2200" dirty="0">
                <a:latin typeface="Congenial" panose="02000503040000020004" pitchFamily="2" charset="0"/>
              </a:rPr>
              <a:t>SonarQube</a:t>
            </a:r>
          </a:p>
          <a:p>
            <a:pPr marL="0" indent="0">
              <a:buNone/>
            </a:pPr>
            <a:endParaRPr lang="en-IN" dirty="0">
              <a:latin typeface="Congenial" panose="02000503040000020004" pitchFamily="2" charset="0"/>
            </a:endParaRPr>
          </a:p>
          <a:p>
            <a:pPr marL="0" indent="0">
              <a:buNone/>
            </a:pPr>
            <a:endParaRPr lang="en-IN" dirty="0">
              <a:latin typeface="Congenial" panose="02000503040000020004" pitchFamily="2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Monitoring</a:t>
            </a:r>
          </a:p>
          <a:p>
            <a:pPr>
              <a:lnSpc>
                <a:spcPct val="70000"/>
              </a:lnSpc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ongenial" panose="02000503040000020004" pitchFamily="2" charset="0"/>
              </a:rPr>
              <a:t>Prometheus &amp; Grafana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Congenial" panose="02000503040000020004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704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81E5-A853-5119-3043-E50D908E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43F0-6D43-424D-D838-D8F5698A8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Kubernetes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3FDCB-E2E7-5ABB-8DF2-77675B3D2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2014 Borg (Google)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Self Healing 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Auto Scaling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Orchestration tools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Docker container Networking 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CNCF – Cloud Native Computing Foundation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Monolithic vs Microservices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412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6F07F0-5ACF-D171-58F6-9441C83700CC}"/>
              </a:ext>
            </a:extLst>
          </p:cNvPr>
          <p:cNvSpPr txBox="1"/>
          <p:nvPr/>
        </p:nvSpPr>
        <p:spPr>
          <a:xfrm>
            <a:off x="3047360" y="733575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main </a:t>
            </a:r>
            <a:r>
              <a:rPr lang="en-US" b="1" dirty="0"/>
              <a:t>types of Services in </a:t>
            </a:r>
            <a:r>
              <a:rPr lang="en-US" b="1" dirty="0" err="1"/>
              <a:t>kubernetes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0D126-059A-9CCC-61D6-F0738CC9393E}"/>
              </a:ext>
            </a:extLst>
          </p:cNvPr>
          <p:cNvSpPr txBox="1"/>
          <p:nvPr/>
        </p:nvSpPr>
        <p:spPr>
          <a:xfrm>
            <a:off x="837239" y="1443808"/>
            <a:ext cx="4758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latin typeface="Congenial" panose="02000503040000020004" pitchFamily="2" charset="0"/>
              </a:rPr>
              <a:t>ClusterIP</a:t>
            </a:r>
            <a:r>
              <a:rPr lang="en-US" sz="1400" b="1" dirty="0">
                <a:latin typeface="Congenial" panose="02000503040000020004" pitchFamily="2" charset="0"/>
              </a:rPr>
              <a:t> (Default)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Exposes the Service </a:t>
            </a:r>
            <a:r>
              <a:rPr lang="en-US" sz="1400" b="1" dirty="0">
                <a:latin typeface="Congenial" panose="02000503040000020004" pitchFamily="2" charset="0"/>
              </a:rPr>
              <a:t>inside the cluster only</a:t>
            </a:r>
            <a:r>
              <a:rPr lang="en-US" sz="1400" dirty="0">
                <a:latin typeface="Congenial" panose="0200050304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Pods can communicate with each other using this 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ongenial" panose="02000503040000020004" pitchFamily="2" charset="0"/>
              </a:rPr>
              <a:t>Not accessible from outside</a:t>
            </a:r>
            <a:r>
              <a:rPr lang="en-US" sz="1400" dirty="0">
                <a:latin typeface="Congenial" panose="02000503040000020004" pitchFamily="2" charset="0"/>
              </a:rPr>
              <a:t> the Kubernetes cluster.</a:t>
            </a:r>
          </a:p>
          <a:p>
            <a:pPr>
              <a:buNone/>
            </a:pPr>
            <a:r>
              <a:rPr lang="en-US" sz="1400" b="1" dirty="0">
                <a:latin typeface="Congenial" panose="02000503040000020004" pitchFamily="2" charset="0"/>
              </a:rPr>
              <a:t>Use case:</a:t>
            </a:r>
            <a:br>
              <a:rPr lang="en-US" sz="1400" dirty="0">
                <a:latin typeface="Congenial" panose="02000503040000020004" pitchFamily="2" charset="0"/>
              </a:rPr>
            </a:br>
            <a:r>
              <a:rPr lang="en-US" sz="1400" dirty="0">
                <a:latin typeface="Congenial" panose="02000503040000020004" pitchFamily="2" charset="0"/>
              </a:rPr>
              <a:t>Internal communication (e.g., backend → database).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AE3AB-B80D-BCAA-FB21-CCF9711A3317}"/>
              </a:ext>
            </a:extLst>
          </p:cNvPr>
          <p:cNvSpPr txBox="1"/>
          <p:nvPr/>
        </p:nvSpPr>
        <p:spPr>
          <a:xfrm>
            <a:off x="837239" y="3045349"/>
            <a:ext cx="46030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Congenial" panose="02000503040000020004" pitchFamily="2" charset="0"/>
              </a:rPr>
              <a:t>NodePort</a:t>
            </a:r>
            <a:endParaRPr lang="en-US" sz="1400" b="1" dirty="0">
              <a:latin typeface="Congenial" panose="02000503040000020004" pitchFamily="2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Exposes the Service on a static port on each Node.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Accessible using:</a:t>
            </a:r>
            <a:br>
              <a:rPr lang="en-US" sz="1400" dirty="0">
                <a:latin typeface="Congenial" panose="02000503040000020004" pitchFamily="2" charset="0"/>
              </a:rPr>
            </a:br>
            <a:r>
              <a:rPr lang="en-US" sz="1400" dirty="0">
                <a:latin typeface="Congenial" panose="02000503040000020004" pitchFamily="2" charset="0"/>
              </a:rPr>
              <a:t>       </a:t>
            </a:r>
            <a:r>
              <a:rPr lang="en-US" sz="1400" dirty="0" err="1">
                <a:latin typeface="Congenial" panose="02000503040000020004" pitchFamily="2" charset="0"/>
              </a:rPr>
              <a:t>NodeIP</a:t>
            </a:r>
            <a:r>
              <a:rPr lang="en-US" sz="1400" dirty="0">
                <a:latin typeface="Congenial" panose="02000503040000020004" pitchFamily="2" charset="0"/>
              </a:rPr>
              <a:t> : </a:t>
            </a:r>
            <a:r>
              <a:rPr lang="en-US" sz="1400" dirty="0" err="1">
                <a:latin typeface="Congenial" panose="02000503040000020004" pitchFamily="2" charset="0"/>
              </a:rPr>
              <a:t>NodePort</a:t>
            </a:r>
            <a:endParaRPr lang="en-US" sz="1400" dirty="0">
              <a:latin typeface="Congenial" panose="02000503040000020004" pitchFamily="2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Congenial" panose="02000503040000020004" pitchFamily="2" charset="0"/>
              </a:rPr>
              <a:t>NodePort</a:t>
            </a:r>
            <a:r>
              <a:rPr lang="en-US" sz="1400" dirty="0">
                <a:latin typeface="Congenial" panose="02000503040000020004" pitchFamily="2" charset="0"/>
              </a:rPr>
              <a:t> range: 30000–32767</a:t>
            </a:r>
          </a:p>
          <a:p>
            <a:r>
              <a:rPr lang="en-US" sz="1400" dirty="0">
                <a:latin typeface="Congenial" panose="02000503040000020004" pitchFamily="2" charset="0"/>
              </a:rPr>
              <a:t>Use case:</a:t>
            </a:r>
            <a:br>
              <a:rPr lang="en-US" sz="1400" dirty="0">
                <a:latin typeface="Congenial" panose="02000503040000020004" pitchFamily="2" charset="0"/>
              </a:rPr>
            </a:br>
            <a:r>
              <a:rPr lang="en-US" sz="1400" dirty="0">
                <a:latin typeface="Congenial" panose="02000503040000020004" pitchFamily="2" charset="0"/>
              </a:rPr>
              <a:t>Basic external access for testing or small setups.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03826-7B01-E3B6-F2EE-D136792A1A03}"/>
              </a:ext>
            </a:extLst>
          </p:cNvPr>
          <p:cNvSpPr txBox="1"/>
          <p:nvPr/>
        </p:nvSpPr>
        <p:spPr>
          <a:xfrm>
            <a:off x="6309873" y="1443809"/>
            <a:ext cx="54290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Congenial" panose="02000503040000020004" pitchFamily="2" charset="0"/>
              </a:rPr>
              <a:t>LoadBalancer</a:t>
            </a:r>
            <a:endParaRPr lang="en-US" sz="1400" b="1" dirty="0">
              <a:latin typeface="Congenial" panose="0200050304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Exposes the Service using a cloud provider’s load balancer.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Automatically assigns an external 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Internally uses </a:t>
            </a:r>
            <a:r>
              <a:rPr lang="en-US" sz="1400" dirty="0" err="1">
                <a:latin typeface="Congenial" panose="02000503040000020004" pitchFamily="2" charset="0"/>
              </a:rPr>
              <a:t>NodePort</a:t>
            </a:r>
            <a:r>
              <a:rPr lang="en-US" sz="1400" dirty="0">
                <a:latin typeface="Congenial" panose="02000503040000020004" pitchFamily="2" charset="0"/>
              </a:rPr>
              <a:t> + </a:t>
            </a:r>
            <a:r>
              <a:rPr lang="en-US" sz="1400" dirty="0" err="1">
                <a:latin typeface="Congenial" panose="02000503040000020004" pitchFamily="2" charset="0"/>
              </a:rPr>
              <a:t>ClusterIP</a:t>
            </a:r>
            <a:r>
              <a:rPr lang="en-US" sz="1400" dirty="0">
                <a:latin typeface="Congenial" panose="02000503040000020004" pitchFamily="2" charset="0"/>
              </a:rPr>
              <a:t>.</a:t>
            </a:r>
          </a:p>
          <a:p>
            <a:pPr>
              <a:buNone/>
            </a:pPr>
            <a:r>
              <a:rPr lang="en-US" sz="1400" dirty="0">
                <a:latin typeface="Congenial" panose="02000503040000020004" pitchFamily="2" charset="0"/>
              </a:rPr>
              <a:t>Use case:</a:t>
            </a:r>
            <a:br>
              <a:rPr lang="en-US" sz="1400" dirty="0">
                <a:latin typeface="Congenial" panose="02000503040000020004" pitchFamily="2" charset="0"/>
              </a:rPr>
            </a:br>
            <a:r>
              <a:rPr lang="en-US" sz="1400" dirty="0">
                <a:latin typeface="Congenial" panose="02000503040000020004" pitchFamily="2" charset="0"/>
              </a:rPr>
              <a:t>Production applications on cloud (AWS, Azure, GCP).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4B3A1-CEED-F5EF-D72F-9205529ACBBE}"/>
              </a:ext>
            </a:extLst>
          </p:cNvPr>
          <p:cNvSpPr txBox="1"/>
          <p:nvPr/>
        </p:nvSpPr>
        <p:spPr>
          <a:xfrm>
            <a:off x="6309873" y="3045349"/>
            <a:ext cx="504488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latin typeface="Congenial" panose="02000503040000020004" pitchFamily="2" charset="0"/>
              </a:rPr>
              <a:t>ExternalName</a:t>
            </a:r>
            <a:endParaRPr lang="en-US" sz="1400" b="1" dirty="0">
              <a:latin typeface="Congenial" panose="02000503040000020004" pitchFamily="2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Maps the Service to an external DNS name.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No Pods or selectors involved.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Returns a CNAME record.</a:t>
            </a:r>
          </a:p>
          <a:p>
            <a:r>
              <a:rPr lang="en-US" sz="1400" dirty="0">
                <a:latin typeface="Congenial" panose="02000503040000020004" pitchFamily="2" charset="0"/>
              </a:rPr>
              <a:t>Use case:</a:t>
            </a:r>
            <a:br>
              <a:rPr lang="en-US" sz="1400" dirty="0">
                <a:latin typeface="Congenial" panose="02000503040000020004" pitchFamily="2" charset="0"/>
              </a:rPr>
            </a:br>
            <a:r>
              <a:rPr lang="en-US" sz="1400" dirty="0">
                <a:latin typeface="Congenial" panose="02000503040000020004" pitchFamily="2" charset="0"/>
              </a:rPr>
              <a:t>Access external services (like RDS, external APIs) using Kubernetes Service name.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102D2-8640-7AC8-9C16-EA686D5D21A9}"/>
              </a:ext>
            </a:extLst>
          </p:cNvPr>
          <p:cNvSpPr txBox="1"/>
          <p:nvPr/>
        </p:nvSpPr>
        <p:spPr>
          <a:xfrm>
            <a:off x="6309873" y="4862332"/>
            <a:ext cx="504488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genial" panose="02000503040000020004" pitchFamily="2" charset="0"/>
              </a:rPr>
              <a:t>Headless Service (Special Case)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Created by setting </a:t>
            </a:r>
            <a:r>
              <a:rPr lang="en-US" sz="1400" dirty="0" err="1">
                <a:latin typeface="Congenial" panose="02000503040000020004" pitchFamily="2" charset="0"/>
              </a:rPr>
              <a:t>clusterIP</a:t>
            </a:r>
            <a:r>
              <a:rPr lang="en-US" sz="1400" dirty="0">
                <a:latin typeface="Congenial" panose="02000503040000020004" pitchFamily="2" charset="0"/>
              </a:rPr>
              <a:t>: None.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No load balancing.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ongenial" panose="02000503040000020004" pitchFamily="2" charset="0"/>
              </a:rPr>
              <a:t>Returns individual Pod IPs.</a:t>
            </a:r>
          </a:p>
          <a:p>
            <a:r>
              <a:rPr lang="en-US" sz="1400" dirty="0">
                <a:latin typeface="Congenial" panose="02000503040000020004" pitchFamily="2" charset="0"/>
              </a:rPr>
              <a:t>Use case:</a:t>
            </a:r>
            <a:br>
              <a:rPr lang="en-US" sz="1400" dirty="0">
                <a:latin typeface="Congenial" panose="02000503040000020004" pitchFamily="2" charset="0"/>
              </a:rPr>
            </a:br>
            <a:r>
              <a:rPr lang="en-US" sz="1400" dirty="0">
                <a:latin typeface="Congenial" panose="02000503040000020004" pitchFamily="2" charset="0"/>
              </a:rPr>
              <a:t>Stateful applications (e.g., </a:t>
            </a:r>
            <a:r>
              <a:rPr lang="en-US" sz="1400" dirty="0" err="1">
                <a:latin typeface="Congenial" panose="02000503040000020004" pitchFamily="2" charset="0"/>
              </a:rPr>
              <a:t>StatefulSets</a:t>
            </a:r>
            <a:r>
              <a:rPr lang="en-US" sz="1400" dirty="0">
                <a:latin typeface="Congenial" panose="02000503040000020004" pitchFamily="2" charset="0"/>
              </a:rPr>
              <a:t> like MongoDB, Kafka).</a:t>
            </a:r>
          </a:p>
        </p:txBody>
      </p:sp>
    </p:spTree>
    <p:extLst>
      <p:ext uri="{BB962C8B-B14F-4D97-AF65-F5344CB8AC3E}">
        <p14:creationId xmlns:p14="http://schemas.microsoft.com/office/powerpoint/2010/main" val="32012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9A5CDE4-544B-1E02-61AE-8F6D4A969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11" y="996363"/>
            <a:ext cx="10610778" cy="486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1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D124D0-C4A0-7A35-96F4-2459E479E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42" y="92208"/>
            <a:ext cx="10841607" cy="668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7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F4F6-85D1-2B87-004C-CFD4CA888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Kubernetes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805A6-2B02-7720-F9AC-692E8F206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2014 Borg (Google)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Healing 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Scaling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Orchestration tools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Docker container Networking 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CNCF – Cloud Native Computing Foundation</a:t>
            </a:r>
          </a:p>
          <a:p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ongenial" panose="02000503040000020004" pitchFamily="2" charset="0"/>
              </a:rPr>
              <a:t>Monolithic vs Microservices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810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2CAC0-2CFF-ADA5-8A2E-DE5C3CEEE358}"/>
              </a:ext>
            </a:extLst>
          </p:cNvPr>
          <p:cNvSpPr txBox="1"/>
          <p:nvPr/>
        </p:nvSpPr>
        <p:spPr>
          <a:xfrm>
            <a:off x="620483" y="2279802"/>
            <a:ext cx="468149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genial" panose="02000503040000020004" pitchFamily="2" charset="0"/>
              </a:rPr>
              <a:t>Control Plane (Master Node) Components</a:t>
            </a:r>
          </a:p>
          <a:p>
            <a:r>
              <a:rPr lang="en-US" sz="1600" b="1" i="1" dirty="0">
                <a:latin typeface="Congenial" panose="02000503040000020004" pitchFamily="2" charset="0"/>
              </a:rPr>
              <a:t>decide WHAT should run and WHERE</a:t>
            </a:r>
            <a:r>
              <a:rPr lang="en-US" sz="1600" i="1" dirty="0">
                <a:latin typeface="Congenial" panose="0200050304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Congenial" panose="02000503040000020004" pitchFamily="2" charset="0"/>
            </a:endParaRPr>
          </a:p>
          <a:p>
            <a:r>
              <a:rPr lang="en-IN" sz="1600" b="1" dirty="0" err="1">
                <a:latin typeface="Congenial" panose="02000503040000020004" pitchFamily="2" charset="0"/>
              </a:rPr>
              <a:t>kube-APIServer</a:t>
            </a:r>
            <a:r>
              <a:rPr lang="en-IN" sz="1600" b="1" dirty="0">
                <a:latin typeface="Congenial" panose="02000503040000020004" pitchFamily="2" charset="0"/>
              </a:rPr>
              <a:t> (Communication Gateway)</a:t>
            </a:r>
          </a:p>
          <a:p>
            <a:r>
              <a:rPr lang="en-IN" sz="1600" b="1" dirty="0">
                <a:latin typeface="Congenial" panose="02000503040000020004" pitchFamily="2" charset="0"/>
              </a:rPr>
              <a:t>🔹 Function:</a:t>
            </a:r>
          </a:p>
          <a:p>
            <a:r>
              <a:rPr lang="en-IN" sz="1600" dirty="0">
                <a:latin typeface="Congenial" panose="02000503040000020004" pitchFamily="2" charset="0"/>
              </a:rPr>
              <a:t>Acts as the </a:t>
            </a:r>
            <a:r>
              <a:rPr lang="en-IN" sz="1600" b="1" dirty="0">
                <a:latin typeface="Congenial" panose="02000503040000020004" pitchFamily="2" charset="0"/>
              </a:rPr>
              <a:t>front door</a:t>
            </a:r>
            <a:r>
              <a:rPr lang="en-IN" sz="1600" dirty="0">
                <a:latin typeface="Congenial" panose="02000503040000020004" pitchFamily="2" charset="0"/>
              </a:rPr>
              <a:t> of the Kubernetes cluster</a:t>
            </a:r>
          </a:p>
          <a:p>
            <a:r>
              <a:rPr lang="en-IN" sz="1600" dirty="0">
                <a:latin typeface="Congenial" panose="02000503040000020004" pitchFamily="2" charset="0"/>
              </a:rPr>
              <a:t>All commands go through the API Server</a:t>
            </a:r>
          </a:p>
          <a:p>
            <a:r>
              <a:rPr lang="en-IN" sz="1600" dirty="0">
                <a:latin typeface="Congenial" panose="02000503040000020004" pitchFamily="2" charset="0"/>
              </a:rPr>
              <a:t>Communicates with:</a:t>
            </a:r>
          </a:p>
          <a:p>
            <a:pPr lvl="1"/>
            <a:r>
              <a:rPr lang="en-IN" sz="1600" dirty="0" err="1">
                <a:latin typeface="Congenial" panose="02000503040000020004" pitchFamily="2" charset="0"/>
              </a:rPr>
              <a:t>kubectl</a:t>
            </a:r>
            <a:endParaRPr lang="en-IN" sz="1600" dirty="0">
              <a:latin typeface="Congenial" panose="02000503040000020004" pitchFamily="2" charset="0"/>
            </a:endParaRPr>
          </a:p>
          <a:p>
            <a:pPr lvl="1"/>
            <a:r>
              <a:rPr lang="en-IN" sz="1600" dirty="0">
                <a:latin typeface="Congenial" panose="02000503040000020004" pitchFamily="2" charset="0"/>
              </a:rPr>
              <a:t>Scheduler</a:t>
            </a:r>
          </a:p>
          <a:p>
            <a:pPr lvl="1"/>
            <a:r>
              <a:rPr lang="en-IN" sz="1600" dirty="0">
                <a:latin typeface="Congenial" panose="02000503040000020004" pitchFamily="2" charset="0"/>
              </a:rPr>
              <a:t>Controller Manager</a:t>
            </a:r>
          </a:p>
          <a:p>
            <a:pPr lvl="1"/>
            <a:r>
              <a:rPr lang="en-IN" sz="1600" dirty="0" err="1">
                <a:latin typeface="Congenial" panose="02000503040000020004" pitchFamily="2" charset="0"/>
              </a:rPr>
              <a:t>kubelet</a:t>
            </a:r>
            <a:endParaRPr lang="en-IN" sz="1600" dirty="0">
              <a:latin typeface="Congenial" panose="02000503040000020004" pitchFamily="2" charset="0"/>
            </a:endParaRPr>
          </a:p>
          <a:p>
            <a:r>
              <a:rPr lang="en-IN" sz="1600" b="1" dirty="0">
                <a:latin typeface="Congenial" panose="02000503040000020004" pitchFamily="2" charset="0"/>
              </a:rPr>
              <a:t>🔹 Key Points:</a:t>
            </a:r>
          </a:p>
          <a:p>
            <a:r>
              <a:rPr lang="en-IN" sz="1600" dirty="0">
                <a:latin typeface="Congenial" panose="02000503040000020004" pitchFamily="2" charset="0"/>
              </a:rPr>
              <a:t>Validates requests</a:t>
            </a:r>
          </a:p>
          <a:p>
            <a:r>
              <a:rPr lang="en-IN" sz="1600" dirty="0">
                <a:latin typeface="Congenial" panose="02000503040000020004" pitchFamily="2" charset="0"/>
              </a:rPr>
              <a:t>Authenticates &amp; authorizes (RBAC)</a:t>
            </a:r>
          </a:p>
          <a:p>
            <a:r>
              <a:rPr lang="en-IN" sz="1600" dirty="0">
                <a:latin typeface="Congenial" panose="02000503040000020004" pitchFamily="2" charset="0"/>
              </a:rPr>
              <a:t>Updates </a:t>
            </a:r>
            <a:r>
              <a:rPr lang="en-IN" sz="1600" b="1" dirty="0" err="1">
                <a:latin typeface="Congenial" panose="02000503040000020004" pitchFamily="2" charset="0"/>
              </a:rPr>
              <a:t>etcd</a:t>
            </a:r>
            <a:endParaRPr lang="en-IN" sz="1600" dirty="0">
              <a:latin typeface="Congenial" panose="02000503040000020004" pitchFamily="2" charset="0"/>
            </a:endParaRPr>
          </a:p>
          <a:p>
            <a:r>
              <a:rPr lang="en-IN" sz="1600" dirty="0">
                <a:latin typeface="Congenial" panose="02000503040000020004" pitchFamily="2" charset="0"/>
              </a:rPr>
              <a:t>📌 </a:t>
            </a:r>
            <a:r>
              <a:rPr lang="en-IN" sz="1600" i="1" dirty="0">
                <a:latin typeface="Congenial" panose="02000503040000020004" pitchFamily="2" charset="0"/>
              </a:rPr>
              <a:t>If API Server is down → cluster is unusable</a:t>
            </a:r>
            <a:endParaRPr lang="en-IN" sz="1600" dirty="0">
              <a:latin typeface="Congenial" panose="02000503040000020004" pitchFamily="2" charset="0"/>
            </a:endParaRPr>
          </a:p>
        </p:txBody>
      </p:sp>
      <p:pic>
        <p:nvPicPr>
          <p:cNvPr id="4" name="Picture 3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058A02C5-16BF-C738-AB35-9647E80D0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095" y="2228893"/>
            <a:ext cx="6425544" cy="4379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B4A19A-44A4-3E0F-27A2-56E9776D8524}"/>
              </a:ext>
            </a:extLst>
          </p:cNvPr>
          <p:cNvSpPr txBox="1"/>
          <p:nvPr/>
        </p:nvSpPr>
        <p:spPr>
          <a:xfrm>
            <a:off x="3200401" y="549574"/>
            <a:ext cx="62932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Kubernetes Architecture </a:t>
            </a:r>
          </a:p>
          <a:p>
            <a:pPr>
              <a:buNone/>
            </a:pPr>
            <a:endParaRPr lang="en-IN" sz="1600" b="1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None/>
            </a:pPr>
            <a:r>
              <a:rPr lang="en-IN" sz="1600" b="1" dirty="0">
                <a:latin typeface="Congenial" panose="02000503040000020004" pitchFamily="2" charset="0"/>
              </a:rPr>
              <a:t>Master–Worker (Control Plane–Node)</a:t>
            </a:r>
            <a:r>
              <a:rPr lang="en-IN" sz="1600" dirty="0">
                <a:latin typeface="Congenial" panose="02000503040000020004" pitchFamily="2" charset="0"/>
              </a:rPr>
              <a:t>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ngenial" panose="02000503040000020004" pitchFamily="2" charset="0"/>
              </a:rPr>
              <a:t>Control Plane (Master Node)</a:t>
            </a:r>
            <a:r>
              <a:rPr lang="en-IN" sz="1600" dirty="0">
                <a:latin typeface="Congenial" panose="02000503040000020004" pitchFamily="2" charset="0"/>
              </a:rPr>
              <a:t> → Manages the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ngenial" panose="02000503040000020004" pitchFamily="2" charset="0"/>
              </a:rPr>
              <a:t>Worker Nodes</a:t>
            </a:r>
            <a:r>
              <a:rPr lang="en-IN" sz="1600" dirty="0">
                <a:latin typeface="Congenial" panose="02000503040000020004" pitchFamily="2" charset="0"/>
              </a:rPr>
              <a:t> → Run the application workloads (Pods)</a:t>
            </a:r>
          </a:p>
        </p:txBody>
      </p:sp>
    </p:spTree>
    <p:extLst>
      <p:ext uri="{BB962C8B-B14F-4D97-AF65-F5344CB8AC3E}">
        <p14:creationId xmlns:p14="http://schemas.microsoft.com/office/powerpoint/2010/main" val="3782102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D40515-ACF8-095D-746C-88AB007E0B6F}"/>
              </a:ext>
            </a:extLst>
          </p:cNvPr>
          <p:cNvSpPr/>
          <p:nvPr/>
        </p:nvSpPr>
        <p:spPr>
          <a:xfrm>
            <a:off x="875980" y="887158"/>
            <a:ext cx="10192067" cy="5780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D9C66-DFD1-EFA3-D699-D25BEF66B02F}"/>
              </a:ext>
            </a:extLst>
          </p:cNvPr>
          <p:cNvSpPr txBox="1"/>
          <p:nvPr/>
        </p:nvSpPr>
        <p:spPr>
          <a:xfrm>
            <a:off x="-323532" y="341641"/>
            <a:ext cx="6642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Kubernetes Architecture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31E971-D74D-FC64-6C36-50CB44C472A2}"/>
              </a:ext>
            </a:extLst>
          </p:cNvPr>
          <p:cNvSpPr/>
          <p:nvPr/>
        </p:nvSpPr>
        <p:spPr>
          <a:xfrm>
            <a:off x="1116618" y="1862729"/>
            <a:ext cx="4182676" cy="3934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FE3E7-3883-68C8-6140-6435BBFCE029}"/>
              </a:ext>
            </a:extLst>
          </p:cNvPr>
          <p:cNvSpPr txBox="1"/>
          <p:nvPr/>
        </p:nvSpPr>
        <p:spPr>
          <a:xfrm>
            <a:off x="2205959" y="1923320"/>
            <a:ext cx="1881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Master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45F34-7408-6ED6-8425-70E2F40276F2}"/>
              </a:ext>
            </a:extLst>
          </p:cNvPr>
          <p:cNvSpPr txBox="1"/>
          <p:nvPr/>
        </p:nvSpPr>
        <p:spPr>
          <a:xfrm>
            <a:off x="1913324" y="1350220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Kubernetes Cluster 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6B970E-1CCF-D796-154D-C8E3608C4E6C}"/>
              </a:ext>
            </a:extLst>
          </p:cNvPr>
          <p:cNvSpPr/>
          <p:nvPr/>
        </p:nvSpPr>
        <p:spPr>
          <a:xfrm>
            <a:off x="6391741" y="1008192"/>
            <a:ext cx="4584164" cy="20685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AE9EB3-24AA-3FFF-026B-EA5FF9A687E9}"/>
              </a:ext>
            </a:extLst>
          </p:cNvPr>
          <p:cNvSpPr/>
          <p:nvPr/>
        </p:nvSpPr>
        <p:spPr>
          <a:xfrm>
            <a:off x="6388893" y="5680283"/>
            <a:ext cx="4583656" cy="3146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4F66D8-A071-7DFA-19EC-B6990CE1CB4D}"/>
              </a:ext>
            </a:extLst>
          </p:cNvPr>
          <p:cNvSpPr/>
          <p:nvPr/>
        </p:nvSpPr>
        <p:spPr>
          <a:xfrm>
            <a:off x="6391741" y="3176585"/>
            <a:ext cx="4583656" cy="24173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18323-59E1-5713-F1DC-4A50596B5C56}"/>
              </a:ext>
            </a:extLst>
          </p:cNvPr>
          <p:cNvSpPr/>
          <p:nvPr/>
        </p:nvSpPr>
        <p:spPr>
          <a:xfrm>
            <a:off x="7577266" y="3561939"/>
            <a:ext cx="964341" cy="12649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04B841-EAEF-398E-2679-7FC5317A7DF9}"/>
              </a:ext>
            </a:extLst>
          </p:cNvPr>
          <p:cNvSpPr txBox="1"/>
          <p:nvPr/>
        </p:nvSpPr>
        <p:spPr>
          <a:xfrm>
            <a:off x="7774691" y="3548552"/>
            <a:ext cx="614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Pod 1</a:t>
            </a:r>
            <a:endParaRPr lang="en-IN" sz="12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CFBCDF3-2273-0198-8FB0-70D39624E5FE}"/>
              </a:ext>
            </a:extLst>
          </p:cNvPr>
          <p:cNvSpPr/>
          <p:nvPr/>
        </p:nvSpPr>
        <p:spPr>
          <a:xfrm>
            <a:off x="7642779" y="3798366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B4F793-7AE3-ADC8-2047-BEEA8D9A188F}"/>
              </a:ext>
            </a:extLst>
          </p:cNvPr>
          <p:cNvSpPr txBox="1"/>
          <p:nvPr/>
        </p:nvSpPr>
        <p:spPr>
          <a:xfrm>
            <a:off x="7656403" y="3818670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1</a:t>
            </a:r>
            <a:endParaRPr lang="en-IN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557C4C-5D3B-CCC6-9417-A6AB8FAB1910}"/>
              </a:ext>
            </a:extLst>
          </p:cNvPr>
          <p:cNvSpPr/>
          <p:nvPr/>
        </p:nvSpPr>
        <p:spPr>
          <a:xfrm>
            <a:off x="8599709" y="3548792"/>
            <a:ext cx="964341" cy="12649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5DFF0E-5F09-C100-2023-87ACFC84BB0F}"/>
              </a:ext>
            </a:extLst>
          </p:cNvPr>
          <p:cNvSpPr/>
          <p:nvPr/>
        </p:nvSpPr>
        <p:spPr>
          <a:xfrm>
            <a:off x="9628168" y="3548792"/>
            <a:ext cx="964341" cy="12649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86F087-EC61-D0BE-2C7F-653BC83F6061}"/>
              </a:ext>
            </a:extLst>
          </p:cNvPr>
          <p:cNvSpPr/>
          <p:nvPr/>
        </p:nvSpPr>
        <p:spPr>
          <a:xfrm>
            <a:off x="7660894" y="4113521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9A32877-EBCF-07E8-8B41-B9F20A4587BB}"/>
              </a:ext>
            </a:extLst>
          </p:cNvPr>
          <p:cNvSpPr/>
          <p:nvPr/>
        </p:nvSpPr>
        <p:spPr>
          <a:xfrm>
            <a:off x="7649542" y="4429589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289781-4474-94F1-7599-1FBB8840EA8F}"/>
              </a:ext>
            </a:extLst>
          </p:cNvPr>
          <p:cNvSpPr txBox="1"/>
          <p:nvPr/>
        </p:nvSpPr>
        <p:spPr>
          <a:xfrm>
            <a:off x="7642777" y="4447483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3</a:t>
            </a:r>
            <a:endParaRPr lang="en-IN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1D7530-5C43-891A-B123-D98A1B29556A}"/>
              </a:ext>
            </a:extLst>
          </p:cNvPr>
          <p:cNvSpPr txBox="1"/>
          <p:nvPr/>
        </p:nvSpPr>
        <p:spPr>
          <a:xfrm>
            <a:off x="8774516" y="3561939"/>
            <a:ext cx="614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Pod 2</a:t>
            </a:r>
            <a:endParaRPr lang="en-IN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E2EC52-8655-D6AB-906D-0CE75349D9EA}"/>
              </a:ext>
            </a:extLst>
          </p:cNvPr>
          <p:cNvSpPr txBox="1"/>
          <p:nvPr/>
        </p:nvSpPr>
        <p:spPr>
          <a:xfrm>
            <a:off x="9849643" y="3586305"/>
            <a:ext cx="614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Pod 3</a:t>
            </a:r>
            <a:endParaRPr lang="en-IN" sz="12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22799B1-17D7-96B8-4CEF-7AFE7284D1B9}"/>
              </a:ext>
            </a:extLst>
          </p:cNvPr>
          <p:cNvSpPr/>
          <p:nvPr/>
        </p:nvSpPr>
        <p:spPr>
          <a:xfrm>
            <a:off x="8676122" y="3821778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302EF9D-139C-EA30-F668-1BB91219E4DC}"/>
              </a:ext>
            </a:extLst>
          </p:cNvPr>
          <p:cNvSpPr/>
          <p:nvPr/>
        </p:nvSpPr>
        <p:spPr>
          <a:xfrm>
            <a:off x="9738857" y="3858055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B504B3F-D3D7-3BCD-422E-1C432FCA1764}"/>
              </a:ext>
            </a:extLst>
          </p:cNvPr>
          <p:cNvSpPr/>
          <p:nvPr/>
        </p:nvSpPr>
        <p:spPr>
          <a:xfrm>
            <a:off x="9738857" y="4173151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F5AF7-DAA6-5379-F581-F74EFCD9BED6}"/>
              </a:ext>
            </a:extLst>
          </p:cNvPr>
          <p:cNvSpPr txBox="1"/>
          <p:nvPr/>
        </p:nvSpPr>
        <p:spPr>
          <a:xfrm>
            <a:off x="8672860" y="3829842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1</a:t>
            </a:r>
            <a:endParaRPr lang="en-IN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0C3341-0989-C0BE-7570-E05974B20626}"/>
              </a:ext>
            </a:extLst>
          </p:cNvPr>
          <p:cNvSpPr txBox="1"/>
          <p:nvPr/>
        </p:nvSpPr>
        <p:spPr>
          <a:xfrm>
            <a:off x="9706373" y="4194748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2</a:t>
            </a:r>
            <a:endParaRPr lang="en-IN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18924F-9FA7-2CCA-2EC6-CA8FD8981B9C}"/>
              </a:ext>
            </a:extLst>
          </p:cNvPr>
          <p:cNvSpPr txBox="1"/>
          <p:nvPr/>
        </p:nvSpPr>
        <p:spPr>
          <a:xfrm>
            <a:off x="9707019" y="3883591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1</a:t>
            </a:r>
            <a:endParaRPr lang="en-IN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7688F0-1BAA-9856-384C-460552288074}"/>
              </a:ext>
            </a:extLst>
          </p:cNvPr>
          <p:cNvSpPr txBox="1"/>
          <p:nvPr/>
        </p:nvSpPr>
        <p:spPr>
          <a:xfrm>
            <a:off x="7642777" y="4134267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2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D5EC1-D3B7-F502-B4E0-D8276F5F1E84}"/>
              </a:ext>
            </a:extLst>
          </p:cNvPr>
          <p:cNvSpPr txBox="1"/>
          <p:nvPr/>
        </p:nvSpPr>
        <p:spPr>
          <a:xfrm>
            <a:off x="7683490" y="1034221"/>
            <a:ext cx="1881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Worker Node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BC8C61-BDBE-751F-8524-AC8524C14E38}"/>
              </a:ext>
            </a:extLst>
          </p:cNvPr>
          <p:cNvSpPr txBox="1"/>
          <p:nvPr/>
        </p:nvSpPr>
        <p:spPr>
          <a:xfrm>
            <a:off x="7489848" y="3210084"/>
            <a:ext cx="1881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Worker Node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0D5CF3-AD24-C10B-967B-36621E0A6D4E}"/>
              </a:ext>
            </a:extLst>
          </p:cNvPr>
          <p:cNvSpPr txBox="1"/>
          <p:nvPr/>
        </p:nvSpPr>
        <p:spPr>
          <a:xfrm>
            <a:off x="7649811" y="5673001"/>
            <a:ext cx="1881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Worker Node 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3C0E57-3DE0-2904-DBED-876C62AE460B}"/>
              </a:ext>
            </a:extLst>
          </p:cNvPr>
          <p:cNvSpPr/>
          <p:nvPr/>
        </p:nvSpPr>
        <p:spPr>
          <a:xfrm>
            <a:off x="7779685" y="1389705"/>
            <a:ext cx="964341" cy="1284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3DEC29-5754-5962-0E48-CA577B84FCEC}"/>
              </a:ext>
            </a:extLst>
          </p:cNvPr>
          <p:cNvSpPr txBox="1"/>
          <p:nvPr/>
        </p:nvSpPr>
        <p:spPr>
          <a:xfrm>
            <a:off x="7982180" y="1453898"/>
            <a:ext cx="614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Pod 1</a:t>
            </a:r>
            <a:endParaRPr lang="en-IN" sz="1200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E2A73FB-ABB3-A822-137C-5D2F02F3FEA6}"/>
              </a:ext>
            </a:extLst>
          </p:cNvPr>
          <p:cNvSpPr/>
          <p:nvPr/>
        </p:nvSpPr>
        <p:spPr>
          <a:xfrm>
            <a:off x="7868285" y="1689348"/>
            <a:ext cx="813123" cy="2688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F6B6E2-F338-8420-8AC4-AD95A755992E}"/>
              </a:ext>
            </a:extLst>
          </p:cNvPr>
          <p:cNvSpPr txBox="1"/>
          <p:nvPr/>
        </p:nvSpPr>
        <p:spPr>
          <a:xfrm>
            <a:off x="7852773" y="1704257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1</a:t>
            </a:r>
            <a:endParaRPr lang="en-IN" sz="1200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0AC4408-361F-BDC1-1D33-D7D62ADA826E}"/>
              </a:ext>
            </a:extLst>
          </p:cNvPr>
          <p:cNvSpPr/>
          <p:nvPr/>
        </p:nvSpPr>
        <p:spPr>
          <a:xfrm>
            <a:off x="7872676" y="1994889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AC441E-F974-0D3D-DF2F-8854736A3730}"/>
              </a:ext>
            </a:extLst>
          </p:cNvPr>
          <p:cNvSpPr txBox="1"/>
          <p:nvPr/>
        </p:nvSpPr>
        <p:spPr>
          <a:xfrm>
            <a:off x="7852773" y="2019682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2</a:t>
            </a:r>
            <a:endParaRPr lang="en-IN" sz="120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4CBE118-30F3-BF90-8A3D-72A4354BC613}"/>
              </a:ext>
            </a:extLst>
          </p:cNvPr>
          <p:cNvSpPr/>
          <p:nvPr/>
        </p:nvSpPr>
        <p:spPr>
          <a:xfrm>
            <a:off x="7869888" y="2320707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157167-84EF-C21F-4729-F503634900FC}"/>
              </a:ext>
            </a:extLst>
          </p:cNvPr>
          <p:cNvSpPr txBox="1"/>
          <p:nvPr/>
        </p:nvSpPr>
        <p:spPr>
          <a:xfrm>
            <a:off x="7877475" y="2333991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3</a:t>
            </a:r>
            <a:endParaRPr lang="en-IN" sz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92F6D6B-5299-155B-FD2C-DBFB6866B1D1}"/>
              </a:ext>
            </a:extLst>
          </p:cNvPr>
          <p:cNvSpPr/>
          <p:nvPr/>
        </p:nvSpPr>
        <p:spPr>
          <a:xfrm>
            <a:off x="8835856" y="1400671"/>
            <a:ext cx="964341" cy="12649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43D9F9-6794-C1E2-8885-AA05D7027820}"/>
              </a:ext>
            </a:extLst>
          </p:cNvPr>
          <p:cNvSpPr txBox="1"/>
          <p:nvPr/>
        </p:nvSpPr>
        <p:spPr>
          <a:xfrm>
            <a:off x="8817114" y="1462345"/>
            <a:ext cx="614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Pod 2</a:t>
            </a:r>
            <a:endParaRPr lang="en-IN" sz="1200" dirty="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5AB1E06-52B6-3FDF-8990-EE4F5278EDB2}"/>
              </a:ext>
            </a:extLst>
          </p:cNvPr>
          <p:cNvSpPr/>
          <p:nvPr/>
        </p:nvSpPr>
        <p:spPr>
          <a:xfrm>
            <a:off x="8958273" y="1773205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17D06F-D37A-4527-6CE8-847897376B7D}"/>
              </a:ext>
            </a:extLst>
          </p:cNvPr>
          <p:cNvSpPr txBox="1"/>
          <p:nvPr/>
        </p:nvSpPr>
        <p:spPr>
          <a:xfrm>
            <a:off x="8926259" y="1787733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1</a:t>
            </a:r>
            <a:endParaRPr lang="en-IN" sz="1200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F7A96CF-B793-7DC2-8F8F-027FBD17AFEE}"/>
              </a:ext>
            </a:extLst>
          </p:cNvPr>
          <p:cNvSpPr/>
          <p:nvPr/>
        </p:nvSpPr>
        <p:spPr>
          <a:xfrm>
            <a:off x="8958273" y="2112639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750E51-7F99-63CB-6803-1DAE586A4279}"/>
              </a:ext>
            </a:extLst>
          </p:cNvPr>
          <p:cNvSpPr txBox="1"/>
          <p:nvPr/>
        </p:nvSpPr>
        <p:spPr>
          <a:xfrm>
            <a:off x="8924375" y="2135303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2</a:t>
            </a:r>
            <a:endParaRPr lang="en-IN" sz="12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7922773-76EC-68DF-F46D-1BC935A4DE3F}"/>
              </a:ext>
            </a:extLst>
          </p:cNvPr>
          <p:cNvSpPr/>
          <p:nvPr/>
        </p:nvSpPr>
        <p:spPr>
          <a:xfrm>
            <a:off x="9877253" y="1408994"/>
            <a:ext cx="964341" cy="12649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FA37D300-AACF-5CE1-2853-E6AB09FABBAB}"/>
              </a:ext>
            </a:extLst>
          </p:cNvPr>
          <p:cNvSpPr/>
          <p:nvPr/>
        </p:nvSpPr>
        <p:spPr>
          <a:xfrm>
            <a:off x="9949529" y="1764840"/>
            <a:ext cx="819788" cy="2752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F4BA8B-D8B2-340E-BBAA-A083F0D45A8A}"/>
              </a:ext>
            </a:extLst>
          </p:cNvPr>
          <p:cNvSpPr txBox="1"/>
          <p:nvPr/>
        </p:nvSpPr>
        <p:spPr>
          <a:xfrm>
            <a:off x="9905579" y="1819817"/>
            <a:ext cx="964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Container 1</a:t>
            </a:r>
            <a:endParaRPr lang="en-IN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70E529-08A5-C487-06D5-49F390340993}"/>
              </a:ext>
            </a:extLst>
          </p:cNvPr>
          <p:cNvSpPr txBox="1"/>
          <p:nvPr/>
        </p:nvSpPr>
        <p:spPr>
          <a:xfrm>
            <a:off x="9943920" y="1450678"/>
            <a:ext cx="614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Pod 3</a:t>
            </a:r>
            <a:endParaRPr lang="en-IN" sz="12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85F1A25-003E-3904-0E55-0B0506C25CD2}"/>
              </a:ext>
            </a:extLst>
          </p:cNvPr>
          <p:cNvSpPr/>
          <p:nvPr/>
        </p:nvSpPr>
        <p:spPr>
          <a:xfrm>
            <a:off x="2999573" y="3307802"/>
            <a:ext cx="2243595" cy="9782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B02EA1-65E5-1A03-E9AE-F6EBBF732AAA}"/>
              </a:ext>
            </a:extLst>
          </p:cNvPr>
          <p:cNvSpPr txBox="1"/>
          <p:nvPr/>
        </p:nvSpPr>
        <p:spPr>
          <a:xfrm>
            <a:off x="3057675" y="3284087"/>
            <a:ext cx="22435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API Server</a:t>
            </a:r>
          </a:p>
          <a:p>
            <a:pPr>
              <a:buNone/>
            </a:pPr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- Communication Gateway with All service like </a:t>
            </a:r>
            <a:r>
              <a:rPr lang="en-IN" sz="1600" b="1" i="1" dirty="0" err="1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sch</a:t>
            </a:r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, </a:t>
            </a:r>
            <a:r>
              <a:rPr lang="en-IN" sz="1600" b="1" i="1" dirty="0" err="1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etcd</a:t>
            </a:r>
            <a:endParaRPr lang="en-IN" sz="1600" b="1" i="1" dirty="0">
              <a:solidFill>
                <a:schemeClr val="accent6">
                  <a:lumMod val="75000"/>
                </a:schemeClr>
              </a:solidFill>
              <a:latin typeface="Congenial SemiBold" panose="02000503040000020004" pitchFamily="2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55EBA74-0DE1-76A0-E102-D64CFA0121FA}"/>
              </a:ext>
            </a:extLst>
          </p:cNvPr>
          <p:cNvSpPr/>
          <p:nvPr/>
        </p:nvSpPr>
        <p:spPr>
          <a:xfrm>
            <a:off x="6685621" y="1757889"/>
            <a:ext cx="819788" cy="27527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B0DD14-E4D4-E90F-F42B-C32FBA2D9726}"/>
              </a:ext>
            </a:extLst>
          </p:cNvPr>
          <p:cNvSpPr txBox="1"/>
          <p:nvPr/>
        </p:nvSpPr>
        <p:spPr>
          <a:xfrm>
            <a:off x="6707940" y="1740840"/>
            <a:ext cx="833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 err="1">
                <a:solidFill>
                  <a:srgbClr val="FFFF00"/>
                </a:solidFill>
                <a:latin typeface="Congenial SemiBold" panose="02000503040000020004" pitchFamily="2" charset="0"/>
              </a:rPr>
              <a:t>Kubelet</a:t>
            </a:r>
            <a:endParaRPr lang="en-IN" sz="1400" b="1" dirty="0">
              <a:solidFill>
                <a:srgbClr val="FFFF00"/>
              </a:solidFill>
              <a:latin typeface="Congenial SemiBold" panose="02000503040000020004" pitchFamily="2" charset="0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811FDBA9-6C1E-FB93-8112-2EAD04F89CD0}"/>
              </a:ext>
            </a:extLst>
          </p:cNvPr>
          <p:cNvSpPr/>
          <p:nvPr/>
        </p:nvSpPr>
        <p:spPr>
          <a:xfrm>
            <a:off x="6467228" y="2358416"/>
            <a:ext cx="1187496" cy="2582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17AA7FA-6237-ACB6-7F3E-0B18A578F5F5}"/>
              </a:ext>
            </a:extLst>
          </p:cNvPr>
          <p:cNvSpPr txBox="1"/>
          <p:nvPr/>
        </p:nvSpPr>
        <p:spPr>
          <a:xfrm>
            <a:off x="6512749" y="2324968"/>
            <a:ext cx="1558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FF00"/>
                </a:solidFill>
                <a:latin typeface="Congenial SemiBold" panose="02000503040000020004" pitchFamily="2" charset="0"/>
              </a:rPr>
              <a:t>Kube proxy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0BDA3BE-A0B4-102C-2646-4B751971CA19}"/>
              </a:ext>
            </a:extLst>
          </p:cNvPr>
          <p:cNvSpPr/>
          <p:nvPr/>
        </p:nvSpPr>
        <p:spPr>
          <a:xfrm>
            <a:off x="7104152" y="4900084"/>
            <a:ext cx="1926429" cy="52322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8348C59-35D6-D07A-FDF3-64CC4B82CB7A}"/>
              </a:ext>
            </a:extLst>
          </p:cNvPr>
          <p:cNvSpPr/>
          <p:nvPr/>
        </p:nvSpPr>
        <p:spPr>
          <a:xfrm>
            <a:off x="9112862" y="4913852"/>
            <a:ext cx="1479648" cy="52322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510DDB-FF79-CF9A-7F00-15CD93F70FC8}"/>
              </a:ext>
            </a:extLst>
          </p:cNvPr>
          <p:cNvSpPr txBox="1"/>
          <p:nvPr/>
        </p:nvSpPr>
        <p:spPr>
          <a:xfrm>
            <a:off x="9227457" y="4881601"/>
            <a:ext cx="1558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FF00"/>
                </a:solidFill>
                <a:latin typeface="Congenial SemiBold" panose="02000503040000020004" pitchFamily="2" charset="0"/>
              </a:rPr>
              <a:t>Kube</a:t>
            </a:r>
            <a:r>
              <a:rPr lang="en-I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</a:t>
            </a:r>
            <a:r>
              <a:rPr lang="en-IN" sz="1400" b="1" dirty="0">
                <a:solidFill>
                  <a:srgbClr val="FFFF00"/>
                </a:solidFill>
                <a:latin typeface="Congenial SemiBold" panose="02000503040000020004" pitchFamily="2" charset="0"/>
              </a:rPr>
              <a:t>proxy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D40362-E28C-1576-113C-EE0881AEE778}"/>
              </a:ext>
            </a:extLst>
          </p:cNvPr>
          <p:cNvSpPr txBox="1"/>
          <p:nvPr/>
        </p:nvSpPr>
        <p:spPr>
          <a:xfrm>
            <a:off x="7916407" y="4893589"/>
            <a:ext cx="1092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 err="1">
                <a:solidFill>
                  <a:srgbClr val="FFFF00"/>
                </a:solidFill>
                <a:latin typeface="Congenial SemiBold" panose="02000503040000020004" pitchFamily="2" charset="0"/>
              </a:rPr>
              <a:t>Kubelet</a:t>
            </a:r>
            <a:endParaRPr lang="en-IN" sz="1400" b="1" dirty="0">
              <a:solidFill>
                <a:srgbClr val="FFFF00"/>
              </a:solidFill>
              <a:latin typeface="Congenial SemiBold" panose="02000503040000020004" pitchFamily="2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0CBE9BA-C3DE-ABBA-3A7F-6F1C8BF70801}"/>
              </a:ext>
            </a:extLst>
          </p:cNvPr>
          <p:cNvSpPr txBox="1"/>
          <p:nvPr/>
        </p:nvSpPr>
        <p:spPr>
          <a:xfrm>
            <a:off x="6889243" y="463547"/>
            <a:ext cx="4178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Kubectl</a:t>
            </a:r>
            <a:r>
              <a:rPr lang="en-I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  - </a:t>
            </a:r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Kube controller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604D7D-4825-4BB3-A4B3-C693ED57E3A5}"/>
              </a:ext>
            </a:extLst>
          </p:cNvPr>
          <p:cNvSpPr/>
          <p:nvPr/>
        </p:nvSpPr>
        <p:spPr>
          <a:xfrm>
            <a:off x="1263393" y="2511617"/>
            <a:ext cx="3124189" cy="5651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989E1-1DF9-0F0E-4910-E92A8C2A2818}"/>
              </a:ext>
            </a:extLst>
          </p:cNvPr>
          <p:cNvSpPr txBox="1"/>
          <p:nvPr/>
        </p:nvSpPr>
        <p:spPr>
          <a:xfrm>
            <a:off x="1322735" y="2516879"/>
            <a:ext cx="30498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Scheduler</a:t>
            </a:r>
          </a:p>
          <a:p>
            <a:pPr>
              <a:buNone/>
            </a:pPr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- Create Pon in Worker  Node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6683AD-ED15-F980-0089-B2850D2B7C40}"/>
              </a:ext>
            </a:extLst>
          </p:cNvPr>
          <p:cNvSpPr/>
          <p:nvPr/>
        </p:nvSpPr>
        <p:spPr>
          <a:xfrm>
            <a:off x="1267063" y="3415984"/>
            <a:ext cx="1551219" cy="7223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C6BDF7-4CD0-7946-0C8E-63FC675CA6FA}"/>
              </a:ext>
            </a:extLst>
          </p:cNvPr>
          <p:cNvSpPr/>
          <p:nvPr/>
        </p:nvSpPr>
        <p:spPr>
          <a:xfrm>
            <a:off x="1266197" y="4440763"/>
            <a:ext cx="2156001" cy="9642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18C45-06DC-CDF1-DE9E-DBC60B649747}"/>
              </a:ext>
            </a:extLst>
          </p:cNvPr>
          <p:cNvSpPr txBox="1"/>
          <p:nvPr/>
        </p:nvSpPr>
        <p:spPr>
          <a:xfrm>
            <a:off x="1269000" y="4401038"/>
            <a:ext cx="2156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Controller Manager</a:t>
            </a:r>
          </a:p>
          <a:p>
            <a:pPr>
              <a:buNone/>
            </a:pPr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- Track the status on pod, node &amp;                      </a:t>
            </a:r>
            <a:r>
              <a:rPr lang="en-IN" sz="1600" i="1" u="sng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cluster</a:t>
            </a:r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 etc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7459F-4444-A4A8-2B8F-88DC7977EC81}"/>
              </a:ext>
            </a:extLst>
          </p:cNvPr>
          <p:cNvSpPr txBox="1"/>
          <p:nvPr/>
        </p:nvSpPr>
        <p:spPr>
          <a:xfrm>
            <a:off x="1216603" y="3522154"/>
            <a:ext cx="1742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ETCD </a:t>
            </a:r>
          </a:p>
          <a:p>
            <a:pPr>
              <a:buNone/>
            </a:pPr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– Store All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9D9942-A87C-2EC0-EDB0-E0B58DC6DC68}"/>
              </a:ext>
            </a:extLst>
          </p:cNvPr>
          <p:cNvSpPr/>
          <p:nvPr/>
        </p:nvSpPr>
        <p:spPr>
          <a:xfrm>
            <a:off x="1116618" y="6157053"/>
            <a:ext cx="9855931" cy="4613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F59A9F-A606-061C-87F1-4D8DE3D5B6DF}"/>
              </a:ext>
            </a:extLst>
          </p:cNvPr>
          <p:cNvSpPr txBox="1"/>
          <p:nvPr/>
        </p:nvSpPr>
        <p:spPr>
          <a:xfrm>
            <a:off x="2818282" y="6216440"/>
            <a:ext cx="6226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1" dirty="0">
                <a:solidFill>
                  <a:schemeClr val="accent6">
                    <a:lumMod val="75000"/>
                  </a:schemeClr>
                </a:solidFill>
                <a:latin typeface="Congenial SemiBold" panose="02000503040000020004" pitchFamily="2" charset="0"/>
              </a:rPr>
              <a:t>Container Network Interface   </a:t>
            </a: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CNI Network: Weave net, Calico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34CD89-AD8C-D819-A10E-E116607CE06B}"/>
              </a:ext>
            </a:extLst>
          </p:cNvPr>
          <p:cNvSpPr txBox="1"/>
          <p:nvPr/>
        </p:nvSpPr>
        <p:spPr>
          <a:xfrm>
            <a:off x="7072430" y="5106948"/>
            <a:ext cx="204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i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ongenial SemiBold" panose="02000503040000020004" pitchFamily="2" charset="0"/>
              </a:rPr>
              <a:t>Monitor Worker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21A940-D82B-92BA-DB1D-8A78FBAD93AA}"/>
              </a:ext>
            </a:extLst>
          </p:cNvPr>
          <p:cNvSpPr txBox="1"/>
          <p:nvPr/>
        </p:nvSpPr>
        <p:spPr>
          <a:xfrm>
            <a:off x="9063140" y="5085527"/>
            <a:ext cx="1599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i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ongenial SemiBold" panose="02000503040000020004" pitchFamily="2" charset="0"/>
              </a:rPr>
              <a:t>Network Service</a:t>
            </a:r>
          </a:p>
        </p:txBody>
      </p:sp>
    </p:spTree>
    <p:extLst>
      <p:ext uri="{BB962C8B-B14F-4D97-AF65-F5344CB8AC3E}">
        <p14:creationId xmlns:p14="http://schemas.microsoft.com/office/powerpoint/2010/main" val="3207657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8AF177-53D3-713E-68E7-A0B22D46C073}"/>
              </a:ext>
            </a:extLst>
          </p:cNvPr>
          <p:cNvSpPr txBox="1"/>
          <p:nvPr/>
        </p:nvSpPr>
        <p:spPr>
          <a:xfrm>
            <a:off x="2554799" y="3381499"/>
            <a:ext cx="6358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API – Application Programable Interface</a:t>
            </a:r>
          </a:p>
          <a:p>
            <a:pPr>
              <a:buNone/>
            </a:pPr>
            <a:endParaRPr lang="en-IN" sz="1600" b="1" dirty="0">
              <a:solidFill>
                <a:schemeClr val="tx2">
                  <a:lumMod val="90000"/>
                  <a:lumOff val="10000"/>
                </a:schemeClr>
              </a:solidFill>
              <a:latin typeface="Congenial SemiBold" panose="02000503040000020004" pitchFamily="2" charset="0"/>
            </a:endParaRPr>
          </a:p>
          <a:p>
            <a:pPr>
              <a:buNone/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ngenial SemiBold" panose="02000503040000020004" pitchFamily="2" charset="0"/>
              </a:rPr>
              <a:t>Integrated Development Environment (IDE)</a:t>
            </a:r>
          </a:p>
        </p:txBody>
      </p:sp>
    </p:spTree>
    <p:extLst>
      <p:ext uri="{BB962C8B-B14F-4D97-AF65-F5344CB8AC3E}">
        <p14:creationId xmlns:p14="http://schemas.microsoft.com/office/powerpoint/2010/main" val="397691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A39833-E7F3-37BC-99A6-D43B1FDA0732}"/>
              </a:ext>
            </a:extLst>
          </p:cNvPr>
          <p:cNvSpPr txBox="1"/>
          <p:nvPr/>
        </p:nvSpPr>
        <p:spPr>
          <a:xfrm>
            <a:off x="6334205" y="305068"/>
            <a:ext cx="314533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 err="1">
                <a:latin typeface="Georgia Pro Cond Semibold" panose="02040706050405020303" pitchFamily="18" charset="0"/>
                <a:cs typeface="Posterama" panose="020B0504020200020000" pitchFamily="34" charset="0"/>
              </a:rPr>
              <a:t>kubectl</a:t>
            </a:r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 err="1">
                <a:latin typeface="Georgia Pro Cond Semibold" panose="02040706050405020303" pitchFamily="18" charset="0"/>
                <a:cs typeface="Posterama" panose="020B0504020200020000" pitchFamily="34" charset="0"/>
              </a:rPr>
              <a:t>kube-apiserver</a:t>
            </a:r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 err="1">
                <a:latin typeface="Georgia Pro Cond Semibold" panose="02040706050405020303" pitchFamily="18" charset="0"/>
                <a:cs typeface="Posterama" panose="020B0504020200020000" pitchFamily="34" charset="0"/>
              </a:rPr>
              <a:t>etcd</a:t>
            </a:r>
            <a:r>
              <a:rPr lang="en-IN" sz="1600" dirty="0">
                <a:latin typeface="Georgia Pro Cond Semibold" panose="02040706050405020303" pitchFamily="18" charset="0"/>
                <a:cs typeface="Posterama" panose="020B0504020200020000" pitchFamily="34" charset="0"/>
              </a:rPr>
              <a:t>  &lt;---- cluster state stored</a:t>
            </a: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 err="1">
                <a:latin typeface="Georgia Pro Cond Semibold" panose="02040706050405020303" pitchFamily="18" charset="0"/>
                <a:cs typeface="Posterama" panose="020B0504020200020000" pitchFamily="34" charset="0"/>
              </a:rPr>
              <a:t>kube</a:t>
            </a:r>
            <a:r>
              <a:rPr lang="en-IN" sz="1600" dirty="0">
                <a:latin typeface="Georgia Pro Cond Semibold" panose="02040706050405020303" pitchFamily="18" charset="0"/>
                <a:cs typeface="Posterama" panose="020B0504020200020000" pitchFamily="34" charset="0"/>
              </a:rPr>
              <a:t>-scheduler</a:t>
            </a: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 err="1">
                <a:latin typeface="Georgia Pro Cond Semibold" panose="02040706050405020303" pitchFamily="18" charset="0"/>
                <a:cs typeface="Posterama" panose="020B0504020200020000" pitchFamily="34" charset="0"/>
              </a:rPr>
              <a:t>kube-apiserver</a:t>
            </a:r>
            <a:r>
              <a:rPr lang="en-IN" sz="1600" dirty="0">
                <a:latin typeface="Georgia Pro Cond Semibold" panose="02040706050405020303" pitchFamily="18" charset="0"/>
                <a:cs typeface="Posterama" panose="020B0504020200020000" pitchFamily="34" charset="0"/>
              </a:rPr>
              <a:t> (node assigned)</a:t>
            </a: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 err="1">
                <a:latin typeface="Georgia Pro Cond Semibold" panose="02040706050405020303" pitchFamily="18" charset="0"/>
                <a:cs typeface="Posterama" panose="020B0504020200020000" pitchFamily="34" charset="0"/>
              </a:rPr>
              <a:t>kubelet</a:t>
            </a:r>
            <a:r>
              <a:rPr lang="en-IN" sz="1600" dirty="0">
                <a:latin typeface="Georgia Pro Cond Semibold" panose="02040706050405020303" pitchFamily="18" charset="0"/>
                <a:cs typeface="Posterama" panose="020B0504020200020000" pitchFamily="34" charset="0"/>
              </a:rPr>
              <a:t> (on worker node)</a:t>
            </a: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>
                <a:latin typeface="Georgia Pro Cond Semibold" panose="02040706050405020303" pitchFamily="18" charset="0"/>
                <a:cs typeface="Posterama" panose="020B0504020200020000" pitchFamily="34" charset="0"/>
              </a:rPr>
              <a:t>Container Runtime</a:t>
            </a: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>
                <a:latin typeface="Georgia Pro Cond Semibold" panose="02040706050405020303" pitchFamily="18" charset="0"/>
                <a:cs typeface="Posterama" panose="020B0504020200020000" pitchFamily="34" charset="0"/>
              </a:rPr>
              <a:t>Container Created inside Pod</a:t>
            </a: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endParaRPr lang="en-IN" sz="1600" dirty="0">
              <a:latin typeface="Georgia Pro Cond Semibold" panose="02040706050405020303" pitchFamily="18" charset="0"/>
              <a:cs typeface="Posterama" panose="020B0504020200020000" pitchFamily="34" charset="0"/>
            </a:endParaRPr>
          </a:p>
          <a:p>
            <a:r>
              <a:rPr lang="en-IN" sz="1600" dirty="0" err="1">
                <a:latin typeface="Georgia Pro Cond Semibold" panose="02040706050405020303" pitchFamily="18" charset="0"/>
                <a:cs typeface="Posterama" panose="020B0504020200020000" pitchFamily="34" charset="0"/>
              </a:rPr>
              <a:t>kube</a:t>
            </a:r>
            <a:r>
              <a:rPr lang="en-IN" sz="1600" dirty="0">
                <a:latin typeface="Georgia Pro Cond Semibold" panose="02040706050405020303" pitchFamily="18" charset="0"/>
                <a:cs typeface="Posterama" panose="020B0504020200020000" pitchFamily="34" charset="0"/>
              </a:rPr>
              <a:t>-proxy (network rules)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583E9-F987-FCD1-BE76-38570D8EDABD}"/>
              </a:ext>
            </a:extLst>
          </p:cNvPr>
          <p:cNvSpPr txBox="1"/>
          <p:nvPr/>
        </p:nvSpPr>
        <p:spPr>
          <a:xfrm>
            <a:off x="705010" y="781478"/>
            <a:ext cx="395151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 SemiBold" panose="020B0004020202020204" pitchFamily="34" charset="0"/>
              </a:rPr>
              <a:t>User</a:t>
            </a:r>
          </a:p>
          <a:p>
            <a:r>
              <a:rPr lang="en-IN" sz="1500" dirty="0">
                <a:latin typeface="Aptos SemiBold" panose="020B0004020202020204" pitchFamily="34" charset="0"/>
              </a:rPr>
              <a:t>Request New Container through </a:t>
            </a:r>
            <a:r>
              <a:rPr lang="en-IN" sz="1500" dirty="0" err="1">
                <a:latin typeface="Aptos SemiBold" panose="020B0004020202020204" pitchFamily="34" charset="0"/>
              </a:rPr>
              <a:t>yml</a:t>
            </a:r>
            <a:r>
              <a:rPr lang="en-IN" sz="1500" dirty="0">
                <a:latin typeface="Aptos SemiBold" panose="020B0004020202020204" pitchFamily="34" charset="0"/>
              </a:rPr>
              <a:t> file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2D38DE-6708-DC5E-9F78-7AFC6202A3F1}"/>
              </a:ext>
            </a:extLst>
          </p:cNvPr>
          <p:cNvCxnSpPr/>
          <p:nvPr/>
        </p:nvCxnSpPr>
        <p:spPr>
          <a:xfrm flipV="1">
            <a:off x="4364531" y="537882"/>
            <a:ext cx="1506071" cy="67619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49A488-CEC6-60D9-23EC-5184CF01EEBA}"/>
              </a:ext>
            </a:extLst>
          </p:cNvPr>
          <p:cNvCxnSpPr>
            <a:cxnSpLocks/>
          </p:cNvCxnSpPr>
          <p:nvPr/>
        </p:nvCxnSpPr>
        <p:spPr>
          <a:xfrm>
            <a:off x="8120743" y="484094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40DE70-94A2-3A08-796B-293CB3D27211}"/>
              </a:ext>
            </a:extLst>
          </p:cNvPr>
          <p:cNvCxnSpPr>
            <a:cxnSpLocks/>
          </p:cNvCxnSpPr>
          <p:nvPr/>
        </p:nvCxnSpPr>
        <p:spPr>
          <a:xfrm>
            <a:off x="8120743" y="1214077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0A17E0-54D8-AAF1-88A5-21A9347B1861}"/>
              </a:ext>
            </a:extLst>
          </p:cNvPr>
          <p:cNvCxnSpPr>
            <a:cxnSpLocks/>
          </p:cNvCxnSpPr>
          <p:nvPr/>
        </p:nvCxnSpPr>
        <p:spPr>
          <a:xfrm>
            <a:off x="8120743" y="2150248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D062E5-24CF-BCDD-6C4F-9D6A70C6026E}"/>
              </a:ext>
            </a:extLst>
          </p:cNvPr>
          <p:cNvCxnSpPr>
            <a:cxnSpLocks/>
          </p:cNvCxnSpPr>
          <p:nvPr/>
        </p:nvCxnSpPr>
        <p:spPr>
          <a:xfrm>
            <a:off x="9633217" y="2952590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112A37-EF0F-BA6D-89A6-883622191D0D}"/>
              </a:ext>
            </a:extLst>
          </p:cNvPr>
          <p:cNvCxnSpPr>
            <a:cxnSpLocks/>
          </p:cNvCxnSpPr>
          <p:nvPr/>
        </p:nvCxnSpPr>
        <p:spPr>
          <a:xfrm>
            <a:off x="9633217" y="3548743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13A05C-2D8A-E4AC-A168-4B15972B8DAC}"/>
              </a:ext>
            </a:extLst>
          </p:cNvPr>
          <p:cNvCxnSpPr>
            <a:cxnSpLocks/>
          </p:cNvCxnSpPr>
          <p:nvPr/>
        </p:nvCxnSpPr>
        <p:spPr>
          <a:xfrm>
            <a:off x="9620411" y="4255673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D84501-052F-38AA-93A3-45E096D9D80F}"/>
              </a:ext>
            </a:extLst>
          </p:cNvPr>
          <p:cNvCxnSpPr>
            <a:cxnSpLocks/>
          </p:cNvCxnSpPr>
          <p:nvPr/>
        </p:nvCxnSpPr>
        <p:spPr>
          <a:xfrm>
            <a:off x="9620411" y="4916500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4CF178-B987-23D6-5210-BABDAB6C2AE3}"/>
              </a:ext>
            </a:extLst>
          </p:cNvPr>
          <p:cNvCxnSpPr>
            <a:cxnSpLocks/>
          </p:cNvCxnSpPr>
          <p:nvPr/>
        </p:nvCxnSpPr>
        <p:spPr>
          <a:xfrm>
            <a:off x="9620411" y="5715640"/>
            <a:ext cx="0" cy="4764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875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DB02AD-71A9-2723-7DF3-44AAD9343526}"/>
              </a:ext>
            </a:extLst>
          </p:cNvPr>
          <p:cNvSpPr txBox="1"/>
          <p:nvPr/>
        </p:nvSpPr>
        <p:spPr>
          <a:xfrm>
            <a:off x="1103940" y="629012"/>
            <a:ext cx="4804443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2 - </a:t>
            </a:r>
            <a:r>
              <a:rPr lang="en-IN" sz="1400" b="1" dirty="0" err="1"/>
              <a:t>etcd</a:t>
            </a:r>
            <a:r>
              <a:rPr lang="en-IN" sz="1400" b="1" dirty="0"/>
              <a:t> (Cluster Database)</a:t>
            </a:r>
          </a:p>
          <a:p>
            <a:pPr>
              <a:buNone/>
            </a:pPr>
            <a:r>
              <a:rPr lang="en-IN" sz="1400" b="1" dirty="0"/>
              <a:t>🔹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Key-value store</a:t>
            </a:r>
            <a:r>
              <a:rPr lang="en-IN" sz="1400" dirty="0"/>
              <a:t> for entire cluster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Stores: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Pod definitions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Secrets &amp; </a:t>
            </a:r>
            <a:r>
              <a:rPr lang="en-IN" sz="1400" dirty="0" err="1"/>
              <a:t>ConfigMaps</a:t>
            </a:r>
            <a:endParaRPr lang="en-I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Node info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Cluster configuration</a:t>
            </a:r>
          </a:p>
          <a:p>
            <a:pPr>
              <a:buNone/>
            </a:pPr>
            <a:r>
              <a:rPr lang="en-IN" sz="1400" b="1" dirty="0"/>
              <a:t>🔹 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Single source of truth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Needs </a:t>
            </a:r>
            <a:r>
              <a:rPr lang="en-IN" sz="1400" b="1" dirty="0"/>
              <a:t>regular backup</a:t>
            </a:r>
            <a:r>
              <a:rPr lang="en-IN" sz="1400" dirty="0"/>
              <a:t> (CKA exam </a:t>
            </a:r>
            <a:r>
              <a:rPr lang="en-IN" sz="1400" dirty="0" err="1"/>
              <a:t>favorite</a:t>
            </a:r>
            <a:r>
              <a:rPr lang="en-IN" sz="1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Highly consistent &amp; reliable</a:t>
            </a:r>
          </a:p>
          <a:p>
            <a:pPr>
              <a:buNone/>
            </a:pPr>
            <a:r>
              <a:rPr lang="en-IN" sz="1400" dirty="0"/>
              <a:t>📌 </a:t>
            </a:r>
            <a:r>
              <a:rPr lang="en-IN" sz="1400" i="1" dirty="0"/>
              <a:t>If </a:t>
            </a:r>
            <a:r>
              <a:rPr lang="en-IN" sz="1400" i="1" dirty="0" err="1"/>
              <a:t>etcd</a:t>
            </a:r>
            <a:r>
              <a:rPr lang="en-IN" sz="1400" i="1" dirty="0"/>
              <a:t> data is lost → cluster state is lost</a:t>
            </a:r>
          </a:p>
          <a:p>
            <a:pPr>
              <a:buNone/>
            </a:pPr>
            <a:endParaRPr lang="en-IN" sz="1400" i="1" dirty="0"/>
          </a:p>
          <a:p>
            <a:pPr>
              <a:buNone/>
            </a:pPr>
            <a:r>
              <a:rPr lang="en-IN" sz="1400" b="1" dirty="0"/>
              <a:t>3 - </a:t>
            </a:r>
            <a:r>
              <a:rPr lang="en-IN" sz="1400" b="1" dirty="0" err="1"/>
              <a:t>kube</a:t>
            </a:r>
            <a:r>
              <a:rPr lang="en-IN" sz="1400" b="1" dirty="0"/>
              <a:t>-scheduler</a:t>
            </a:r>
          </a:p>
          <a:p>
            <a:pPr>
              <a:buNone/>
            </a:pPr>
            <a:r>
              <a:rPr lang="en-IN" sz="1400" b="1" dirty="0"/>
              <a:t>🔹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Decides </a:t>
            </a:r>
            <a:r>
              <a:rPr lang="en-IN" sz="1400" b="1" dirty="0"/>
              <a:t>which Pod runs on which Node</a:t>
            </a:r>
            <a:endParaRPr lang="en-IN" sz="1400" dirty="0"/>
          </a:p>
          <a:p>
            <a:pPr>
              <a:buNone/>
            </a:pPr>
            <a:r>
              <a:rPr lang="en-IN" sz="1400" b="1" dirty="0"/>
              <a:t>🔹 How it 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Watches for Pods with no node assigned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Selects best node based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CPU &amp;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Taints &amp; Tolerations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Node affinity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Resource availability</a:t>
            </a:r>
          </a:p>
          <a:p>
            <a:pPr>
              <a:buNone/>
            </a:pPr>
            <a:r>
              <a:rPr lang="en-IN" sz="1400" dirty="0"/>
              <a:t>📌 </a:t>
            </a:r>
            <a:r>
              <a:rPr lang="en-IN" sz="1400" i="1" dirty="0"/>
              <a:t>Scheduler does not run pods — it only assigns nodes</a:t>
            </a:r>
            <a:endParaRPr lang="en-IN" sz="1400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BF53C-C86B-A591-D39F-CEA466167701}"/>
              </a:ext>
            </a:extLst>
          </p:cNvPr>
          <p:cNvSpPr txBox="1"/>
          <p:nvPr/>
        </p:nvSpPr>
        <p:spPr>
          <a:xfrm>
            <a:off x="6283618" y="890269"/>
            <a:ext cx="497349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4 - </a:t>
            </a:r>
            <a:r>
              <a:rPr lang="en-IN" sz="1400" b="1" dirty="0" err="1"/>
              <a:t>kube</a:t>
            </a:r>
            <a:r>
              <a:rPr lang="en-IN" sz="1400" b="1" dirty="0"/>
              <a:t>-controller-manager</a:t>
            </a:r>
          </a:p>
          <a:p>
            <a:pPr>
              <a:buNone/>
            </a:pPr>
            <a:r>
              <a:rPr lang="en-IN" sz="1400" b="1" dirty="0"/>
              <a:t>🔹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Ensures </a:t>
            </a:r>
            <a:r>
              <a:rPr lang="en-IN" sz="1400" b="1" dirty="0"/>
              <a:t>desired state = actual state</a:t>
            </a:r>
            <a:endParaRPr lang="en-IN" sz="1400" dirty="0"/>
          </a:p>
          <a:p>
            <a:pPr>
              <a:buNone/>
            </a:pPr>
            <a:r>
              <a:rPr lang="en-IN" sz="1400" b="1" dirty="0"/>
              <a:t>🔹 Controllers inside 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Node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/>
              <a:t>ReplicaSet</a:t>
            </a:r>
            <a:r>
              <a:rPr lang="en-IN" sz="1400" dirty="0"/>
              <a:t>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Deployment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Job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Endpoint Controller</a:t>
            </a:r>
          </a:p>
          <a:p>
            <a:pPr>
              <a:buNone/>
            </a:pPr>
            <a:r>
              <a:rPr lang="en-IN" sz="1400" b="1" dirty="0"/>
              <a:t>🔹 Example:</a:t>
            </a:r>
          </a:p>
          <a:p>
            <a:pPr>
              <a:buNone/>
            </a:pPr>
            <a:r>
              <a:rPr lang="en-IN" sz="1400" dirty="0"/>
              <a:t>If a Pod crashes → controller creates a new one</a:t>
            </a:r>
          </a:p>
          <a:p>
            <a:pPr>
              <a:buNone/>
            </a:pPr>
            <a:r>
              <a:rPr lang="en-IN" sz="1400" dirty="0"/>
              <a:t>📌 </a:t>
            </a:r>
            <a:r>
              <a:rPr lang="en-IN" sz="1400" i="1" dirty="0"/>
              <a:t>Controllers continuously monitor and correct the cluster</a:t>
            </a:r>
          </a:p>
          <a:p>
            <a:pPr>
              <a:buNone/>
            </a:pPr>
            <a:endParaRPr lang="en-IN" sz="1400" i="1" dirty="0"/>
          </a:p>
          <a:p>
            <a:r>
              <a:rPr lang="en-IN" sz="1400" b="1" dirty="0"/>
              <a:t>5 - cloud-controller-manager (Optional)</a:t>
            </a:r>
          </a:p>
          <a:p>
            <a:r>
              <a:rPr lang="en-IN" sz="1400" b="1" dirty="0"/>
              <a:t>🔹 Function:</a:t>
            </a:r>
          </a:p>
          <a:p>
            <a:r>
              <a:rPr lang="en-IN" sz="1400" dirty="0"/>
              <a:t>Integrates Kubernetes with cloud providers (AWS, Azure, GCP)</a:t>
            </a:r>
          </a:p>
          <a:p>
            <a:r>
              <a:rPr lang="en-IN" sz="1400" b="1" dirty="0"/>
              <a:t>🔹 Manages:</a:t>
            </a:r>
          </a:p>
          <a:p>
            <a:r>
              <a:rPr lang="en-IN" sz="1400" dirty="0"/>
              <a:t>Load balancers</a:t>
            </a:r>
          </a:p>
          <a:p>
            <a:r>
              <a:rPr lang="en-IN" sz="1400" dirty="0"/>
              <a:t>Cloud storage volumes</a:t>
            </a:r>
          </a:p>
          <a:p>
            <a:r>
              <a:rPr lang="en-IN" sz="1400" dirty="0"/>
              <a:t>Node lifecycle</a:t>
            </a:r>
          </a:p>
          <a:p>
            <a:r>
              <a:rPr lang="en-IN" sz="1400" dirty="0"/>
              <a:t>📌 </a:t>
            </a:r>
            <a:r>
              <a:rPr lang="en-IN" sz="1400" i="1" dirty="0"/>
              <a:t>Not used in on-prem clusters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89959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FA3A8C-AD03-F06E-B3FC-B801E4A15000}"/>
              </a:ext>
            </a:extLst>
          </p:cNvPr>
          <p:cNvSpPr txBox="1"/>
          <p:nvPr/>
        </p:nvSpPr>
        <p:spPr>
          <a:xfrm>
            <a:off x="2549178" y="548973"/>
            <a:ext cx="6097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Worker Node Components</a:t>
            </a:r>
          </a:p>
          <a:p>
            <a:pPr>
              <a:buNone/>
            </a:pPr>
            <a:r>
              <a:rPr lang="en-US" sz="1600" dirty="0"/>
              <a:t>Worker nodes </a:t>
            </a:r>
            <a:r>
              <a:rPr lang="en-US" sz="1600" b="1" dirty="0"/>
              <a:t>run the actual applications</a:t>
            </a:r>
            <a:r>
              <a:rPr lang="en-US" sz="16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8037C-4DB7-DD70-2CD4-59C874E9F176}"/>
              </a:ext>
            </a:extLst>
          </p:cNvPr>
          <p:cNvSpPr txBox="1"/>
          <p:nvPr/>
        </p:nvSpPr>
        <p:spPr>
          <a:xfrm>
            <a:off x="1012371" y="1280981"/>
            <a:ext cx="60972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1️⃣ </a:t>
            </a:r>
            <a:r>
              <a:rPr lang="en-IN" sz="1400" b="1" dirty="0" err="1"/>
              <a:t>kubelet</a:t>
            </a:r>
            <a:endParaRPr lang="en-IN" sz="1400" b="1" dirty="0"/>
          </a:p>
          <a:p>
            <a:pPr>
              <a:buNone/>
            </a:pPr>
            <a:r>
              <a:rPr lang="en-IN" sz="1400" b="1" dirty="0"/>
              <a:t>🔹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Agent running on each worker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Communicates with API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Ensures containers are running as defined</a:t>
            </a:r>
          </a:p>
          <a:p>
            <a:pPr>
              <a:buNone/>
            </a:pPr>
            <a:r>
              <a:rPr lang="en-IN" sz="1400" b="1" dirty="0"/>
              <a:t>🔹 Responsibilities: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Creates Pods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Monitors Pod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Reports node status</a:t>
            </a:r>
          </a:p>
          <a:p>
            <a:pPr>
              <a:buNone/>
            </a:pPr>
            <a:r>
              <a:rPr lang="en-IN" sz="1400" dirty="0"/>
              <a:t>📌 </a:t>
            </a:r>
            <a:r>
              <a:rPr lang="en-IN" sz="1400" i="1" dirty="0"/>
              <a:t>If </a:t>
            </a:r>
            <a:r>
              <a:rPr lang="en-IN" sz="1400" i="1" dirty="0" err="1"/>
              <a:t>kubelet</a:t>
            </a:r>
            <a:r>
              <a:rPr lang="en-IN" sz="1400" i="1" dirty="0"/>
              <a:t> stops → node becomes </a:t>
            </a:r>
            <a:r>
              <a:rPr lang="en-IN" sz="1400" i="1" dirty="0" err="1"/>
              <a:t>NotReady</a:t>
            </a:r>
            <a:endParaRPr lang="en-IN" sz="1400" dirty="0"/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2️⃣ </a:t>
            </a:r>
            <a:r>
              <a:rPr lang="en-IN" sz="1400" b="1" dirty="0" err="1"/>
              <a:t>kube</a:t>
            </a:r>
            <a:r>
              <a:rPr lang="en-IN" sz="1400" b="1" dirty="0"/>
              <a:t>-proxy</a:t>
            </a:r>
          </a:p>
          <a:p>
            <a:pPr>
              <a:buNone/>
            </a:pPr>
            <a:r>
              <a:rPr lang="en-IN" sz="1400" b="1" dirty="0"/>
              <a:t>🔹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Handles </a:t>
            </a:r>
            <a:r>
              <a:rPr lang="en-IN" sz="1400" b="1" dirty="0"/>
              <a:t>networking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Enables communication: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Pod → Pod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Pod →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External → Service</a:t>
            </a:r>
          </a:p>
          <a:p>
            <a:pPr>
              <a:buNone/>
            </a:pPr>
            <a:r>
              <a:rPr lang="en-IN" sz="1400" b="1" dirty="0"/>
              <a:t>🔹 Works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iptables / IPVS</a:t>
            </a:r>
          </a:p>
          <a:p>
            <a:pPr>
              <a:buNone/>
            </a:pPr>
            <a:r>
              <a:rPr lang="en-IN" sz="1400" dirty="0"/>
              <a:t>📌 </a:t>
            </a:r>
            <a:r>
              <a:rPr lang="en-IN" sz="1400" i="1" dirty="0"/>
              <a:t>Implements Service abstraction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D1530-B1A6-BB93-5C7B-BE5AA4B3CE31}"/>
              </a:ext>
            </a:extLst>
          </p:cNvPr>
          <p:cNvSpPr txBox="1"/>
          <p:nvPr/>
        </p:nvSpPr>
        <p:spPr>
          <a:xfrm>
            <a:off x="7109651" y="405988"/>
            <a:ext cx="415514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3️⃣ Container Runtime</a:t>
            </a:r>
          </a:p>
          <a:p>
            <a:pPr>
              <a:buNone/>
            </a:pPr>
            <a:r>
              <a:rPr lang="en-IN" sz="1400" b="1" dirty="0"/>
              <a:t>🔹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Runs containers inside Pods</a:t>
            </a:r>
          </a:p>
          <a:p>
            <a:pPr>
              <a:buNone/>
            </a:pPr>
            <a:r>
              <a:rPr lang="en-IN" sz="1400" b="1" dirty="0"/>
              <a:t>🔹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/>
              <a:t>containerd</a:t>
            </a:r>
            <a:r>
              <a:rPr lang="en-IN" sz="1400" dirty="0"/>
              <a:t> (most common)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CRI-O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Docker (deprecated)</a:t>
            </a:r>
          </a:p>
          <a:p>
            <a:pPr>
              <a:buNone/>
            </a:pPr>
            <a:r>
              <a:rPr lang="en-IN" sz="1400" dirty="0"/>
              <a:t>📌 </a:t>
            </a:r>
            <a:r>
              <a:rPr lang="en-IN" sz="1400" i="1" dirty="0"/>
              <a:t>Kubernetes does NOT run containers directly</a:t>
            </a:r>
            <a:endParaRPr lang="en-IN" sz="1400" dirty="0"/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4️⃣ Pods</a:t>
            </a:r>
          </a:p>
          <a:p>
            <a:pPr>
              <a:buNone/>
            </a:pPr>
            <a:r>
              <a:rPr lang="en-IN" sz="1400" b="1" dirty="0"/>
              <a:t>🔹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Smallest deployable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One or more containers sharing: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Lifecycle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🔄 How Everything Works Together (Flow)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User runs </a:t>
            </a:r>
            <a:r>
              <a:rPr lang="en-IN" sz="1400" dirty="0" err="1">
                <a:latin typeface="Courier New" panose="02070309020205020404" pitchFamily="49" charset="0"/>
              </a:rPr>
              <a:t>kubectl</a:t>
            </a:r>
            <a:r>
              <a:rPr lang="en-IN" sz="1400" dirty="0">
                <a:latin typeface="Courier New" panose="02070309020205020404" pitchFamily="49" charset="0"/>
              </a:rPr>
              <a:t> apply</a:t>
            </a:r>
            <a:endParaRPr lang="en-IN" sz="1400" dirty="0"/>
          </a:p>
          <a:p>
            <a:pPr>
              <a:buFont typeface="+mj-lt"/>
              <a:buAutoNum type="arabicPeriod"/>
            </a:pPr>
            <a:r>
              <a:rPr lang="en-IN" sz="1400" dirty="0"/>
              <a:t>Request goes to </a:t>
            </a:r>
            <a:r>
              <a:rPr lang="en-IN" sz="1400" b="1" dirty="0"/>
              <a:t>API Server</a:t>
            </a:r>
            <a:endParaRPr lang="en-IN" sz="1400" dirty="0"/>
          </a:p>
          <a:p>
            <a:pPr>
              <a:buFont typeface="+mj-lt"/>
              <a:buAutoNum type="arabicPeriod"/>
            </a:pPr>
            <a:r>
              <a:rPr lang="en-IN" sz="1400" dirty="0"/>
              <a:t>API Server stores config in </a:t>
            </a:r>
            <a:r>
              <a:rPr lang="en-IN" sz="1400" b="1" dirty="0" err="1"/>
              <a:t>etcd</a:t>
            </a:r>
            <a:endParaRPr lang="en-IN" sz="1400" dirty="0"/>
          </a:p>
          <a:p>
            <a:pPr>
              <a:buFont typeface="+mj-lt"/>
              <a:buAutoNum type="arabicPeriod"/>
            </a:pPr>
            <a:r>
              <a:rPr lang="en-IN" sz="1400" dirty="0"/>
              <a:t>Scheduler assigns Pod to a Node</a:t>
            </a:r>
          </a:p>
          <a:p>
            <a:pPr>
              <a:buFont typeface="+mj-lt"/>
              <a:buAutoNum type="arabicPeriod"/>
            </a:pPr>
            <a:r>
              <a:rPr lang="en-IN" sz="1400" dirty="0" err="1"/>
              <a:t>kubelet</a:t>
            </a:r>
            <a:r>
              <a:rPr lang="en-IN" sz="1400" dirty="0"/>
              <a:t> creates Pod using container runtime</a:t>
            </a:r>
          </a:p>
          <a:p>
            <a:pPr>
              <a:buFont typeface="+mj-lt"/>
              <a:buAutoNum type="arabicPeriod"/>
            </a:pPr>
            <a:r>
              <a:rPr lang="en-IN" sz="1400" dirty="0" err="1"/>
              <a:t>kube</a:t>
            </a:r>
            <a:r>
              <a:rPr lang="en-IN" sz="1400" dirty="0"/>
              <a:t>-proxy sets up networking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Controllers continuously monitor state</a:t>
            </a:r>
          </a:p>
        </p:txBody>
      </p:sp>
    </p:spTree>
    <p:extLst>
      <p:ext uri="{BB962C8B-B14F-4D97-AF65-F5344CB8AC3E}">
        <p14:creationId xmlns:p14="http://schemas.microsoft.com/office/powerpoint/2010/main" val="3189204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972320FB-6C5A-2E35-9984-4FDBFA97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31" y="0"/>
            <a:ext cx="10054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3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1859</Words>
  <Application>Microsoft Office PowerPoint</Application>
  <PresentationFormat>Widescreen</PresentationFormat>
  <Paragraphs>491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Aptos SemiBold</vt:lpstr>
      <vt:lpstr>Arial</vt:lpstr>
      <vt:lpstr>Congenial</vt:lpstr>
      <vt:lpstr>Congenial Black</vt:lpstr>
      <vt:lpstr>Congenial SemiBold</vt:lpstr>
      <vt:lpstr>Courier New</vt:lpstr>
      <vt:lpstr>Georgia Pro Cond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Kubernetes </vt:lpstr>
      <vt:lpstr>PowerPoint Presentation</vt:lpstr>
      <vt:lpstr>Important DevOps Tools</vt:lpstr>
      <vt:lpstr>Kubernetes Architecture </vt:lpstr>
      <vt:lpstr>PowerPoint Presentation</vt:lpstr>
      <vt:lpstr>PowerPoint Presentation</vt:lpstr>
      <vt:lpstr>PowerPoint Presentation</vt:lpstr>
      <vt:lpstr>Kubernetes 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Radiant Tech Studio</dc:creator>
  <cp:lastModifiedBy>Radiant Tech Studio</cp:lastModifiedBy>
  <cp:revision>1</cp:revision>
  <dcterms:created xsi:type="dcterms:W3CDTF">2026-01-19T05:04:53Z</dcterms:created>
  <dcterms:modified xsi:type="dcterms:W3CDTF">2026-03-14T06:33:41Z</dcterms:modified>
</cp:coreProperties>
</file>